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27/05/2024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png"/><Relationship Id="rId5" Type="http://schemas.openxmlformats.org/officeDocument/2006/relationships/tags" Target="../tags/tag5.xml"/><Relationship Id="rId10" Type="http://schemas.openxmlformats.org/officeDocument/2006/relationships/image" Target="../media/image4.jpeg"/><Relationship Id="rId4" Type="http://schemas.openxmlformats.org/officeDocument/2006/relationships/tags" Target="../tags/tag4.xml"/><Relationship Id="rId9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hyperlink" Target="https://static.semrush.com/academy/certificates/b7e4b643e7/esther-etonam-ablavi-kpetemey_2.pdf" TargetMode="Externa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hyperlink" Target="https://www.credly.com/badges/24a9eaf5-6f73-4f37-835962173c9dae0/linked_in_profile" TargetMode="Externa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hyperlink" Target="https://www.coursera.org/account/accomplishments/specialization/3CSUNAV4ZSV3" TargetMode="External"/><Relationship Id="rId5" Type="http://schemas.openxmlformats.org/officeDocument/2006/relationships/tags" Target="../tags/tag12.xml"/><Relationship Id="rId10" Type="http://schemas.openxmlformats.org/officeDocument/2006/relationships/image" Target="../media/image6.jpeg"/><Relationship Id="rId4" Type="http://schemas.openxmlformats.org/officeDocument/2006/relationships/tags" Target="../tags/tag11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5145" y="729134"/>
            <a:ext cx="7564440" cy="89439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Nantie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d’un Master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computing et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j’ai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actif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an 6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mois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d’expérience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professionnelle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dans le marketing digital et le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UI/UX.. Je me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apte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occuper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stratégiques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pouvant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contribuer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systèmes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d’informations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entreprise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75257" y="119847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05413" y="536100"/>
            <a:ext cx="38858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–  1 an 6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mois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d’expérience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1969502"/>
            <a:ext cx="7549354" cy="398705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4296836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3031817" y="1986237"/>
            <a:ext cx="7115003" cy="397031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en-US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UI/UX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digi.job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Lomé-Togo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depuis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 2024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et développement UI/UX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Refondation du site de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digi.job</a:t>
            </a: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et documentation de l’architecture digitale de l’entreprise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Orabank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Togo, Lomé :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200" b="0" i="0" kern="0" dirty="0" err="1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mars 2024 (Stage)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Activités Helpdesk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Etudes et contribution à la stratégie digitale de la banque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Designer UX – NOORAZI, Lomé (à distance) : 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Amélioration des interfaces utilisateurs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Développement de wireframes et flux de tâches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et développement de prototypes</a:t>
            </a:r>
          </a:p>
          <a:p>
            <a:pPr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web,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Agilely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Freelance, Lomé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2022 -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 (Freelance) 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Conception de sites dynamiques et d’applications innovantes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Concevoir, développer et héberger un blog de santé avec le CMS Wordpress pour le compte d’un particulier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résident en Inde</a:t>
            </a:r>
          </a:p>
          <a:p>
            <a:pPr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73564" y="1511594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Références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75257" y="1711086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78532" y="1768962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Expériences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8F5818D-986D-FC1D-AA16-267CC97BFE6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3031" y="404871"/>
            <a:ext cx="2493974" cy="285722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prstClr val="black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KPETEMEY</a:t>
            </a: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9422" y="969676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031" y="981356"/>
            <a:ext cx="2515144" cy="389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Développeuse UI/UX</a:t>
            </a:r>
            <a:endParaRPr kumimoji="0" lang="fr-FR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42AE68-4DC3-8948-C4E1-3874100B65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3746" y="1804674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 techniques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65">
            <a:extLst>
              <a:ext uri="{FF2B5EF4-FFF2-40B4-BE49-F238E27FC236}">
                <a16:creationId xmlns:a16="http://schemas.microsoft.com/office/drawing/2014/main" id="{6BC458D2-6EF7-B67F-9C10-9EFDBCABDE9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252" y="2320542"/>
            <a:ext cx="24681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Langages</a:t>
            </a: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JavaScript, python</a:t>
            </a:r>
          </a:p>
          <a:p>
            <a:pPr lvl="0">
              <a:defRPr/>
            </a:pP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CMS : Wordpress,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Webflow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Shopify</a:t>
            </a: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: React</a:t>
            </a:r>
          </a:p>
          <a:p>
            <a:pPr lvl="0"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: MongoDB,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MySQL, ORACLE,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</a:t>
            </a: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Adobe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CC,Balsamiq</a:t>
            </a: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ProtoPie</a:t>
            </a: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fr-FR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Bureautique : Suite Office</a:t>
            </a: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21CBF-FC01-2E7B-391E-1FC0A36D22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3746" y="4706497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Compétences globales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85FEA4-0B5C-6187-0A79-9108071DE496}"/>
              </a:ext>
            </a:extLst>
          </p:cNvPr>
          <p:cNvSpPr txBox="1"/>
          <p:nvPr/>
        </p:nvSpPr>
        <p:spPr>
          <a:xfrm>
            <a:off x="48936" y="5231717"/>
            <a:ext cx="24504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(Software) </a:t>
            </a:r>
          </a:p>
          <a:p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UI/UX Design, User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Cloud </a:t>
            </a:r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fr-FR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DevOps</a:t>
            </a:r>
          </a:p>
        </p:txBody>
      </p:sp>
      <p:pic>
        <p:nvPicPr>
          <p:cNvPr id="14" name="Image 13" descr="Une image contenant Graphique, Police, texte, logo&#10;&#10;Description générée automatiquement">
            <a:extLst>
              <a:ext uri="{FF2B5EF4-FFF2-40B4-BE49-F238E27FC236}">
                <a16:creationId xmlns:a16="http://schemas.microsoft.com/office/drawing/2014/main" id="{49A56FA6-FA33-47EB-967D-3050B244FE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64" y="2813180"/>
            <a:ext cx="1415142" cy="849086"/>
          </a:xfrm>
          <a:prstGeom prst="rect">
            <a:avLst/>
          </a:prstGeom>
        </p:spPr>
      </p:pic>
      <p:pic>
        <p:nvPicPr>
          <p:cNvPr id="21" name="Image 20" descr="Une image contenant Graphique, Police, symbole, conception&#10;&#10;Description générée automatiquement">
            <a:extLst>
              <a:ext uri="{FF2B5EF4-FFF2-40B4-BE49-F238E27FC236}">
                <a16:creationId xmlns:a16="http://schemas.microsoft.com/office/drawing/2014/main" id="{3511C8F7-7130-5710-4257-3396B3432A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964" y="3865949"/>
            <a:ext cx="1064342" cy="1064342"/>
          </a:xfrm>
          <a:prstGeom prst="rect">
            <a:avLst/>
          </a:prstGeom>
        </p:spPr>
      </p:pic>
      <p:pic>
        <p:nvPicPr>
          <p:cNvPr id="23" name="Image 22" descr="Une image contenant Police, capture d’écran, texte, logo&#10;&#10;Description générée automatiquement">
            <a:extLst>
              <a:ext uri="{FF2B5EF4-FFF2-40B4-BE49-F238E27FC236}">
                <a16:creationId xmlns:a16="http://schemas.microsoft.com/office/drawing/2014/main" id="{07923AA4-CEE2-52DC-5D8A-CD4F39215B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64" y="5092794"/>
            <a:ext cx="1293824" cy="12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809953" y="599912"/>
            <a:ext cx="7631002" cy="145758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3190673" y="625934"/>
            <a:ext cx="7152337" cy="138499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Spécialiste en marketing digital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Omninos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Solutions, (Punjab-Inde)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sz="1200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juin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juil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Concevoir, créer et gérer des sites web à l'aide de langages de création ou de script, d'outils de création de contenu, d'outils de gestion et de supports numériques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Effectuer ou diriger les mises à jour de sites web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Sauvegarder les fichiers des sites web dans des répertoires locaux pour une récupération instantanée en cas de problème.</a:t>
            </a: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18771" y="284983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CECFDC88-2456-550A-6F32-04D1E62140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4502" y="457981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Freeform 15">
            <a:extLst>
              <a:ext uri="{FF2B5EF4-FFF2-40B4-BE49-F238E27FC236}">
                <a16:creationId xmlns:a16="http://schemas.microsoft.com/office/drawing/2014/main" id="{BFA6575D-797A-3748-71CD-0DF2AEE01357}"/>
              </a:ext>
            </a:extLst>
          </p:cNvPr>
          <p:cNvSpPr>
            <a:spLocks/>
          </p:cNvSpPr>
          <p:nvPr/>
        </p:nvSpPr>
        <p:spPr bwMode="auto">
          <a:xfrm>
            <a:off x="642979" y="1394976"/>
            <a:ext cx="0" cy="2962"/>
          </a:xfrm>
          <a:custGeom>
            <a:avLst/>
            <a:gdLst>
              <a:gd name="T0" fmla="*/ 0 h 26"/>
              <a:gd name="T1" fmla="*/ 21 h 26"/>
              <a:gd name="T2" fmla="*/ 26 h 26"/>
              <a:gd name="T3" fmla="*/ 0 h 2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26">
                <a:moveTo>
                  <a:pt x="0" y="0"/>
                </a:moveTo>
                <a:lnTo>
                  <a:pt x="0" y="21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18">
            <a:extLst>
              <a:ext uri="{FF2B5EF4-FFF2-40B4-BE49-F238E27FC236}">
                <a16:creationId xmlns:a16="http://schemas.microsoft.com/office/drawing/2014/main" id="{038F16D8-8666-A0D7-4C13-9CE09C88EABE}"/>
              </a:ext>
            </a:extLst>
          </p:cNvPr>
          <p:cNvSpPr>
            <a:spLocks/>
          </p:cNvSpPr>
          <p:nvPr/>
        </p:nvSpPr>
        <p:spPr bwMode="auto">
          <a:xfrm>
            <a:off x="991771" y="1219173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19">
            <a:extLst>
              <a:ext uri="{FF2B5EF4-FFF2-40B4-BE49-F238E27FC236}">
                <a16:creationId xmlns:a16="http://schemas.microsoft.com/office/drawing/2014/main" id="{11E634EC-0476-39B1-6BF2-E235D6A2EFB4}"/>
              </a:ext>
            </a:extLst>
          </p:cNvPr>
          <p:cNvSpPr>
            <a:spLocks/>
          </p:cNvSpPr>
          <p:nvPr/>
        </p:nvSpPr>
        <p:spPr bwMode="auto">
          <a:xfrm>
            <a:off x="642979" y="1397197"/>
            <a:ext cx="0" cy="3703"/>
          </a:xfrm>
          <a:custGeom>
            <a:avLst/>
            <a:gdLst>
              <a:gd name="T0" fmla="*/ 0 w 1"/>
              <a:gd name="T1" fmla="*/ 0 h 35"/>
              <a:gd name="T2" fmla="*/ 1 w 1"/>
              <a:gd name="T3" fmla="*/ 26 h 35"/>
              <a:gd name="T4" fmla="*/ 0 w 1"/>
              <a:gd name="T5" fmla="*/ 31 h 35"/>
              <a:gd name="T6" fmla="*/ 0 w 1"/>
              <a:gd name="T7" fmla="*/ 35 h 35"/>
              <a:gd name="T8" fmla="*/ 0 w 1"/>
              <a:gd name="T9" fmla="*/ 5 h 35"/>
              <a:gd name="T10" fmla="*/ 0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0" y="0"/>
                </a:moveTo>
                <a:lnTo>
                  <a:pt x="1" y="26"/>
                </a:lnTo>
                <a:lnTo>
                  <a:pt x="0" y="31"/>
                </a:lnTo>
                <a:lnTo>
                  <a:pt x="0" y="35"/>
                </a:lnTo>
                <a:lnTo>
                  <a:pt x="0" y="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103">
            <a:extLst>
              <a:ext uri="{FF2B5EF4-FFF2-40B4-BE49-F238E27FC236}">
                <a16:creationId xmlns:a16="http://schemas.microsoft.com/office/drawing/2014/main" id="{E75DE5A8-FE8A-2545-1578-54B7C84E76EF}"/>
              </a:ext>
            </a:extLst>
          </p:cNvPr>
          <p:cNvSpPr txBox="1"/>
          <p:nvPr/>
        </p:nvSpPr>
        <p:spPr>
          <a:xfrm>
            <a:off x="5027" y="984901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Français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103">
            <a:extLst>
              <a:ext uri="{FF2B5EF4-FFF2-40B4-BE49-F238E27FC236}">
                <a16:creationId xmlns:a16="http://schemas.microsoft.com/office/drawing/2014/main" id="{4387D977-5796-56E8-B25C-726FAE75CFBF}"/>
              </a:ext>
            </a:extLst>
          </p:cNvPr>
          <p:cNvSpPr txBox="1"/>
          <p:nvPr/>
        </p:nvSpPr>
        <p:spPr>
          <a:xfrm>
            <a:off x="6348" y="1401837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Anglais</a:t>
            </a:r>
            <a:endParaRPr lang="en-US" sz="1400" kern="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rganigramme : Connecteur 49">
            <a:extLst>
              <a:ext uri="{FF2B5EF4-FFF2-40B4-BE49-F238E27FC236}">
                <a16:creationId xmlns:a16="http://schemas.microsoft.com/office/drawing/2014/main" id="{E6E71DA8-A884-E965-4E39-5E2090D23A7D}"/>
              </a:ext>
            </a:extLst>
          </p:cNvPr>
          <p:cNvSpPr/>
          <p:nvPr/>
        </p:nvSpPr>
        <p:spPr>
          <a:xfrm>
            <a:off x="972438" y="108556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rganigramme : Connecteur 50">
            <a:extLst>
              <a:ext uri="{FF2B5EF4-FFF2-40B4-BE49-F238E27FC236}">
                <a16:creationId xmlns:a16="http://schemas.microsoft.com/office/drawing/2014/main" id="{8638489A-7549-5E06-5653-F1BC566B3E85}"/>
              </a:ext>
            </a:extLst>
          </p:cNvPr>
          <p:cNvSpPr/>
          <p:nvPr/>
        </p:nvSpPr>
        <p:spPr>
          <a:xfrm>
            <a:off x="1191950" y="108695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rganigramme : Connecteur 51">
            <a:extLst>
              <a:ext uri="{FF2B5EF4-FFF2-40B4-BE49-F238E27FC236}">
                <a16:creationId xmlns:a16="http://schemas.microsoft.com/office/drawing/2014/main" id="{6E45C0A3-C625-C600-1330-097433CE5051}"/>
              </a:ext>
            </a:extLst>
          </p:cNvPr>
          <p:cNvSpPr/>
          <p:nvPr/>
        </p:nvSpPr>
        <p:spPr>
          <a:xfrm>
            <a:off x="1419851" y="108835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rganigramme : Connecteur 52">
            <a:extLst>
              <a:ext uri="{FF2B5EF4-FFF2-40B4-BE49-F238E27FC236}">
                <a16:creationId xmlns:a16="http://schemas.microsoft.com/office/drawing/2014/main" id="{8081CC12-5638-9405-660F-A47371E613AF}"/>
              </a:ext>
            </a:extLst>
          </p:cNvPr>
          <p:cNvSpPr/>
          <p:nvPr/>
        </p:nvSpPr>
        <p:spPr>
          <a:xfrm>
            <a:off x="1656141" y="1089755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AED52A64-7779-544B-1285-3E99EF7E65ED}"/>
              </a:ext>
            </a:extLst>
          </p:cNvPr>
          <p:cNvSpPr/>
          <p:nvPr/>
        </p:nvSpPr>
        <p:spPr>
          <a:xfrm>
            <a:off x="1892431" y="109085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rganigramme : Connecteur 56">
            <a:extLst>
              <a:ext uri="{FF2B5EF4-FFF2-40B4-BE49-F238E27FC236}">
                <a16:creationId xmlns:a16="http://schemas.microsoft.com/office/drawing/2014/main" id="{EFA54DC6-3292-6EF1-A47A-66D72CF970FA}"/>
              </a:ext>
            </a:extLst>
          </p:cNvPr>
          <p:cNvSpPr/>
          <p:nvPr/>
        </p:nvSpPr>
        <p:spPr>
          <a:xfrm>
            <a:off x="972945" y="1482060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rganigramme : Connecteur 57">
            <a:extLst>
              <a:ext uri="{FF2B5EF4-FFF2-40B4-BE49-F238E27FC236}">
                <a16:creationId xmlns:a16="http://schemas.microsoft.com/office/drawing/2014/main" id="{7A149A43-B954-3804-B6CF-DBC7358DCF79}"/>
              </a:ext>
            </a:extLst>
          </p:cNvPr>
          <p:cNvSpPr/>
          <p:nvPr/>
        </p:nvSpPr>
        <p:spPr>
          <a:xfrm>
            <a:off x="1192457" y="1483458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rganigramme : Connecteur 58">
            <a:extLst>
              <a:ext uri="{FF2B5EF4-FFF2-40B4-BE49-F238E27FC236}">
                <a16:creationId xmlns:a16="http://schemas.microsoft.com/office/drawing/2014/main" id="{4D1FF35C-1DAA-B681-DC2E-E663517055BF}"/>
              </a:ext>
            </a:extLst>
          </p:cNvPr>
          <p:cNvSpPr/>
          <p:nvPr/>
        </p:nvSpPr>
        <p:spPr>
          <a:xfrm>
            <a:off x="1656648" y="1486254"/>
            <a:ext cx="150590" cy="15059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4D7AA780-877A-6D73-2E61-99349C1C3280}"/>
              </a:ext>
            </a:extLst>
          </p:cNvPr>
          <p:cNvSpPr/>
          <p:nvPr/>
        </p:nvSpPr>
        <p:spPr>
          <a:xfrm>
            <a:off x="1892938" y="1479263"/>
            <a:ext cx="150590" cy="150590"/>
          </a:xfrm>
          <a:prstGeom prst="flowChartConnector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EE7DB35B-5801-2F7C-EE21-3AB298C5F83C}"/>
              </a:ext>
            </a:extLst>
          </p:cNvPr>
          <p:cNvSpPr/>
          <p:nvPr/>
        </p:nvSpPr>
        <p:spPr>
          <a:xfrm>
            <a:off x="1400399" y="148333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729BDB-7E5E-F90E-1272-34015E0270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825160" y="2276802"/>
            <a:ext cx="7612802" cy="97811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012" lvl="0"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: Master, Cloud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DevOps – Chandigarh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Punjab, Inde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: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Computer Applications – A P Goyal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Shimla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Himachal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Pradesh, Inde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 : Baccalauréat, Série C scientifique – Lycée scientifique de Lomé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B9CF3-72F3-6EE2-EF49-21B2DAFBE3A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339427" y="2380014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0CAC7775-2AE8-02B4-857B-FA349A46CCF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725624" y="2050299"/>
            <a:ext cx="552985" cy="552985"/>
            <a:chOff x="11915507" y="641751"/>
            <a:chExt cx="552985" cy="552985"/>
          </a:xfrm>
        </p:grpSpPr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16DBBB69-045B-56E5-3B82-08E37E5F87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7B7C68-6E4F-0B37-BECB-2E522AB7969B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8" name="Rectangle 95">
                <a:extLst>
                  <a:ext uri="{FF2B5EF4-FFF2-40B4-BE49-F238E27FC236}">
                    <a16:creationId xmlns:a16="http://schemas.microsoft.com/office/drawing/2014/main" id="{3559FEC2-1B0B-1786-9EEB-EBF9D3115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Freeform 96">
                <a:extLst>
                  <a:ext uri="{FF2B5EF4-FFF2-40B4-BE49-F238E27FC236}">
                    <a16:creationId xmlns:a16="http://schemas.microsoft.com/office/drawing/2014/main" id="{2783AA2F-38DC-F36C-1846-0B008C48DE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ctangle 97">
                <a:extLst>
                  <a:ext uri="{FF2B5EF4-FFF2-40B4-BE49-F238E27FC236}">
                    <a16:creationId xmlns:a16="http://schemas.microsoft.com/office/drawing/2014/main" id="{A16415DA-1297-7084-3A93-1991CD9FD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Freeform 98">
                <a:extLst>
                  <a:ext uri="{FF2B5EF4-FFF2-40B4-BE49-F238E27FC236}">
                    <a16:creationId xmlns:a16="http://schemas.microsoft.com/office/drawing/2014/main" id="{B27DB497-F07A-6FA1-DB3C-4F5BB038E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" name="Rectangle 99">
                <a:extLst>
                  <a:ext uri="{FF2B5EF4-FFF2-40B4-BE49-F238E27FC236}">
                    <a16:creationId xmlns:a16="http://schemas.microsoft.com/office/drawing/2014/main" id="{B3654321-DD4C-A6D9-434E-2F4D783D7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4" name="Rectangle 100">
                <a:extLst>
                  <a:ext uri="{FF2B5EF4-FFF2-40B4-BE49-F238E27FC236}">
                    <a16:creationId xmlns:a16="http://schemas.microsoft.com/office/drawing/2014/main" id="{F1F28713-A074-BF47-A3CF-C207D62B1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Freeform 101">
                <a:extLst>
                  <a:ext uri="{FF2B5EF4-FFF2-40B4-BE49-F238E27FC236}">
                    <a16:creationId xmlns:a16="http://schemas.microsoft.com/office/drawing/2014/main" id="{EC6589BA-1AE5-181D-73AB-59B81729D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Freeform 102">
                <a:extLst>
                  <a:ext uri="{FF2B5EF4-FFF2-40B4-BE49-F238E27FC236}">
                    <a16:creationId xmlns:a16="http://schemas.microsoft.com/office/drawing/2014/main" id="{C8647199-E14D-8B06-4C07-7C1D6BB4D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Rectangle 103">
                <a:extLst>
                  <a:ext uri="{FF2B5EF4-FFF2-40B4-BE49-F238E27FC236}">
                    <a16:creationId xmlns:a16="http://schemas.microsoft.com/office/drawing/2014/main" id="{D377AB99-7522-38B8-642F-43B7D08FE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Rectangle 104">
                <a:extLst>
                  <a:ext uri="{FF2B5EF4-FFF2-40B4-BE49-F238E27FC236}">
                    <a16:creationId xmlns:a16="http://schemas.microsoft.com/office/drawing/2014/main" id="{913B6C85-556D-CC66-25D0-F77125E95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118F9-9183-500C-F243-A463172AD6F0}"/>
              </a:ext>
            </a:extLst>
          </p:cNvPr>
          <p:cNvSpPr/>
          <p:nvPr/>
        </p:nvSpPr>
        <p:spPr>
          <a:xfrm>
            <a:off x="3298751" y="2086039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</p:txBody>
      </p:sp>
      <p:pic>
        <p:nvPicPr>
          <p:cNvPr id="26" name="Image 25" descr="Une image contenant Graphique, Police, capture d’écran, graphisme&#10;&#10;Description générée automatiquement">
            <a:extLst>
              <a:ext uri="{FF2B5EF4-FFF2-40B4-BE49-F238E27FC236}">
                <a16:creationId xmlns:a16="http://schemas.microsoft.com/office/drawing/2014/main" id="{3ABB9EA4-A5A6-ABE0-9F6D-A50AE29C0E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352" y="1043318"/>
            <a:ext cx="1150636" cy="115063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E5237E0-B123-B462-3808-DC117F9ACC9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37602" y="3744820"/>
            <a:ext cx="7612803" cy="238641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012" lvl="0"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Entreprise Design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thinking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(Co-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creator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Practitioner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de IBM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Numéro du certificat : 4470564285b68002f916a4 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012" lvl="0"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UI/UX design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specialization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Californian Institute of Arts</a:t>
            </a:r>
          </a:p>
          <a:p>
            <a:pPr marL="40005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du certificat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https://www.coursera.org/account/accomplishments/specialization/3CSUNAV4ZSV3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27012" lvl="0">
              <a:defRPr/>
            </a:pP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012" lvl="0"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UX Design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</a:t>
            </a: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du certificat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https://www.credly.com/badges/24a9eaf5-6f73-4f37-835962173c9dae0/linked_in_profile</a:t>
            </a: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012" lvl="0"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content marketing de SEMRUSH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Numéro du certificat : 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https://static.semrush.com/academy/certificates/b7e4b643e7/esther-etonam-ablavi-kpetemey_2.pdf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F60B0C-4070-5174-37D7-839F71720E7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351871" y="3680081"/>
            <a:ext cx="1173856" cy="8251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9" name="Group 9">
            <a:extLst>
              <a:ext uri="{FF2B5EF4-FFF2-40B4-BE49-F238E27FC236}">
                <a16:creationId xmlns:a16="http://schemas.microsoft.com/office/drawing/2014/main" id="{E58C736C-869B-0E7B-A8DF-3F0BE1F5410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2738068" y="3350365"/>
            <a:ext cx="501280" cy="526003"/>
            <a:chOff x="11915507" y="641751"/>
            <a:chExt cx="552985" cy="552985"/>
          </a:xfrm>
        </p:grpSpPr>
        <p:sp>
          <p:nvSpPr>
            <p:cNvPr id="30" name="Oval 6">
              <a:extLst>
                <a:ext uri="{FF2B5EF4-FFF2-40B4-BE49-F238E27FC236}">
                  <a16:creationId xmlns:a16="http://schemas.microsoft.com/office/drawing/2014/main" id="{2826DB68-CF79-2462-4D93-EDBBEBF548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Group 5">
              <a:extLst>
                <a:ext uri="{FF2B5EF4-FFF2-40B4-BE49-F238E27FC236}">
                  <a16:creationId xmlns:a16="http://schemas.microsoft.com/office/drawing/2014/main" id="{A3E6E252-7B6F-8322-E45C-02E3CE2639EE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32" name="Rectangle 95">
                <a:extLst>
                  <a:ext uri="{FF2B5EF4-FFF2-40B4-BE49-F238E27FC236}">
                    <a16:creationId xmlns:a16="http://schemas.microsoft.com/office/drawing/2014/main" id="{29EB0381-3778-DD16-C9EE-9BD029E38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Freeform 96">
                <a:extLst>
                  <a:ext uri="{FF2B5EF4-FFF2-40B4-BE49-F238E27FC236}">
                    <a16:creationId xmlns:a16="http://schemas.microsoft.com/office/drawing/2014/main" id="{2106AF99-CE01-00BA-DF52-F86F70A3A2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4" name="Rectangle 97">
                <a:extLst>
                  <a:ext uri="{FF2B5EF4-FFF2-40B4-BE49-F238E27FC236}">
                    <a16:creationId xmlns:a16="http://schemas.microsoft.com/office/drawing/2014/main" id="{230BC9D6-720B-72D0-A92C-96ADC69DB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Freeform 98">
                <a:extLst>
                  <a:ext uri="{FF2B5EF4-FFF2-40B4-BE49-F238E27FC236}">
                    <a16:creationId xmlns:a16="http://schemas.microsoft.com/office/drawing/2014/main" id="{4BE8B4D7-A3C4-3E57-289A-FD6B0B765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6" name="Rectangle 99">
                <a:extLst>
                  <a:ext uri="{FF2B5EF4-FFF2-40B4-BE49-F238E27FC236}">
                    <a16:creationId xmlns:a16="http://schemas.microsoft.com/office/drawing/2014/main" id="{C8D17F5D-3883-8301-5E57-77C359745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Rectangle 100">
                <a:extLst>
                  <a:ext uri="{FF2B5EF4-FFF2-40B4-BE49-F238E27FC236}">
                    <a16:creationId xmlns:a16="http://schemas.microsoft.com/office/drawing/2014/main" id="{E65FD4BA-4505-DC12-FA80-BF01F4C03F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" name="Freeform 101">
                <a:extLst>
                  <a:ext uri="{FF2B5EF4-FFF2-40B4-BE49-F238E27FC236}">
                    <a16:creationId xmlns:a16="http://schemas.microsoft.com/office/drawing/2014/main" id="{2D1B99FC-D571-CFB7-3EF7-9F6071703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" name="Freeform 102">
                <a:extLst>
                  <a:ext uri="{FF2B5EF4-FFF2-40B4-BE49-F238E27FC236}">
                    <a16:creationId xmlns:a16="http://schemas.microsoft.com/office/drawing/2014/main" id="{ABA65167-C393-AAAD-B89A-D1D698B42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Rectangle 103">
                <a:extLst>
                  <a:ext uri="{FF2B5EF4-FFF2-40B4-BE49-F238E27FC236}">
                    <a16:creationId xmlns:a16="http://schemas.microsoft.com/office/drawing/2014/main" id="{4806BC2E-C6E5-6B7F-0ED7-DE735A75C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Rectangle 104">
                <a:extLst>
                  <a:ext uri="{FF2B5EF4-FFF2-40B4-BE49-F238E27FC236}">
                    <a16:creationId xmlns:a16="http://schemas.microsoft.com/office/drawing/2014/main" id="{A2237126-6907-E289-2BE2-4EF42576F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FFE46D5-11B6-9BFE-D0F3-78ECAA0594E9}"/>
              </a:ext>
            </a:extLst>
          </p:cNvPr>
          <p:cNvSpPr/>
          <p:nvPr/>
        </p:nvSpPr>
        <p:spPr>
          <a:xfrm>
            <a:off x="3269222" y="3413120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rgbClr val="660A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Certifications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909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484</Words>
  <Application>Microsoft Office PowerPoint</Application>
  <PresentationFormat>Grand écran</PresentationFormat>
  <Paragraphs>71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Faouz NAKAMBONI</cp:lastModifiedBy>
  <cp:revision>80</cp:revision>
  <dcterms:created xsi:type="dcterms:W3CDTF">2022-10-06T13:16:20Z</dcterms:created>
  <dcterms:modified xsi:type="dcterms:W3CDTF">2024-05-27T18:42:30Z</dcterms:modified>
</cp:coreProperties>
</file>