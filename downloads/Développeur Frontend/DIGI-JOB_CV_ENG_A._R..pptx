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60" r:id="rId3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hyperlink" Target="http://www.dextsolutions.com/" TargetMode="External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10" Type="http://schemas.openxmlformats.org/officeDocument/2006/relationships/hyperlink" Target="http://www.rentawebsite.dextsolutions.com/" TargetMode="External"/><Relationship Id="rId4" Type="http://schemas.openxmlformats.org/officeDocument/2006/relationships/tags" Target="../tags/tag4.xml"/><Relationship Id="rId9" Type="http://schemas.openxmlformats.org/officeDocument/2006/relationships/hyperlink" Target="http://www.romeocoffie.dextsolutions.com/" TargetMode="External"/><Relationship Id="rId1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55145" y="729132"/>
            <a:ext cx="7564440" cy="1238731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Grounded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Bachelor’s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Information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 have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competences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an Applications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grounds-up. I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begun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experiencing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UI/UX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designs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WordPress CMS.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branched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Native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and mobile applications.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have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enabled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 to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varied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positions of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Portfolio: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www.romeocoffie.dextsolutions.com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TG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75257" y="119847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28242" y="598893"/>
            <a:ext cx="363908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Profile –  6</a:t>
            </a:r>
            <a:r>
              <a:rPr lang="en-US" b="1" kern="0" dirty="0">
                <a:solidFill>
                  <a:srgbClr val="660A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years of experience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2268077"/>
            <a:ext cx="7549354" cy="420729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4595412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2864028" y="2268077"/>
            <a:ext cx="7324636" cy="415498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en-US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fr-FR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DEXT Solutions Consult, Accra Ghana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2020 to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2023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Digital Products for company and clients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Digital Portfolio for company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 clients on digital product use</a:t>
            </a:r>
          </a:p>
          <a:p>
            <a:pPr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www.rentawebsite.dextsolutions.com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www.dextsolutions.com</a:t>
            </a: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Manager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Timely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International, Accra Ghana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to sep 2020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the Ghana branch of the company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Raise up a team for running the Ghana chapter of the company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company goals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company affairs and relate to head office.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Coordinator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VV. Works, Accra Ghana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2018 to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company Online Portfolio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company Digital Portfolio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company value proposition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Plus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Errands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Accra Ghana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 2016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2018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various service models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and streamlining company service 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473564" y="2065268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Références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75257" y="2009662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78532" y="2067538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B8F5818D-986D-FC1D-AA16-267CC97BFE6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3031" y="404871"/>
            <a:ext cx="2493974" cy="285722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prstClr val="black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fr-FR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9422" y="969676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031" y="981356"/>
            <a:ext cx="2515144" cy="389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Application </a:t>
            </a:r>
            <a:r>
              <a:rPr kumimoji="0" lang="fr-FR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endParaRPr kumimoji="0" lang="fr-FR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42AE68-4DC3-8948-C4E1-3874100B65F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3746" y="1522570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65">
            <a:extLst>
              <a:ext uri="{FF2B5EF4-FFF2-40B4-BE49-F238E27FC236}">
                <a16:creationId xmlns:a16="http://schemas.microsoft.com/office/drawing/2014/main" id="{6BC458D2-6EF7-B67F-9C10-9EFDBCABDE9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961" y="2152496"/>
            <a:ext cx="2468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 : JavaScript</a:t>
            </a:r>
          </a:p>
          <a:p>
            <a:pPr lvl="0">
              <a:defRPr/>
            </a:pP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CMS : WordPress</a:t>
            </a:r>
          </a:p>
          <a:p>
            <a:pPr lvl="0"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: React JS, React Native, NodeJS</a:t>
            </a:r>
          </a:p>
          <a:p>
            <a:pPr lvl="0"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: MongoDB &amp; Firebase</a:t>
            </a: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21CBF-FC01-2E7B-391E-1FC0A36D22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-3746" y="3781664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competences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610B351-C70B-0DF9-C499-0EDE3B45F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9A16A12-BEC9-307E-A553-6D398A993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30" y="21519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C4C4B6B-364B-4C5D-DDE3-1CBF1A55E64B}"/>
              </a:ext>
            </a:extLst>
          </p:cNvPr>
          <p:cNvSpPr txBox="1"/>
          <p:nvPr/>
        </p:nvSpPr>
        <p:spPr>
          <a:xfrm>
            <a:off x="24622" y="4351718"/>
            <a:ext cx="246945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Development (JavaScript focused) </a:t>
            </a:r>
          </a:p>
          <a:p>
            <a:pPr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Development &amp; Administration</a:t>
            </a:r>
          </a:p>
          <a:p>
            <a:pPr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Development &amp; Administration</a:t>
            </a:r>
          </a:p>
          <a:p>
            <a:pPr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Development &amp; Management</a:t>
            </a:r>
            <a:endParaRPr lang="fr-TG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3F27ED-3873-8D74-59D3-4259CAE3CC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454" y="2624471"/>
            <a:ext cx="1112371" cy="6257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87D7DE-BE9B-1F91-0D84-DC8FA9123D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468" y="5692389"/>
            <a:ext cx="1430342" cy="507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6C92865-2174-F7EE-06A8-F06962DA3A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287" y="3472983"/>
            <a:ext cx="1024703" cy="10247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2769014-223A-5D60-BC3C-76A46D4893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473" y="4621082"/>
            <a:ext cx="1112371" cy="85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D11D050-DCD1-9B0A-8E25-6E9D28EFED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769174" y="797676"/>
            <a:ext cx="7612802" cy="8505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012" lvl="0" algn="just"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: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 of Arts, Information Studies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Ghana, Accra, Ghana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2013 : High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Diploma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Presbyterian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Boys High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Accra, Ghana</a:t>
            </a:r>
          </a:p>
          <a:p>
            <a:pPr marL="400050" lvl="0" indent="-173038" algn="just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C8544B-C6BF-C5E9-DC6A-382A36595122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83441" y="900888"/>
            <a:ext cx="129493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AF29172F-3573-00EE-D42F-D3A7C0FC56B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669638" y="571173"/>
            <a:ext cx="552985" cy="552985"/>
            <a:chOff x="11915507" y="641751"/>
            <a:chExt cx="552985" cy="552985"/>
          </a:xfrm>
        </p:grpSpPr>
        <p:sp>
          <p:nvSpPr>
            <p:cNvPr id="23" name="Oval 6">
              <a:extLst>
                <a:ext uri="{FF2B5EF4-FFF2-40B4-BE49-F238E27FC236}">
                  <a16:creationId xmlns:a16="http://schemas.microsoft.com/office/drawing/2014/main" id="{1916CA88-1D98-CF13-B2E9-A55415C192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Group 5">
              <a:extLst>
                <a:ext uri="{FF2B5EF4-FFF2-40B4-BE49-F238E27FC236}">
                  <a16:creationId xmlns:a16="http://schemas.microsoft.com/office/drawing/2014/main" id="{ADC1D3E2-FDD0-F8F3-FEFC-57B79A45925B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25" name="Rectangle 95">
                <a:extLst>
                  <a:ext uri="{FF2B5EF4-FFF2-40B4-BE49-F238E27FC236}">
                    <a16:creationId xmlns:a16="http://schemas.microsoft.com/office/drawing/2014/main" id="{6595927C-7B4B-BA2D-6F35-11B25618A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Freeform 96">
                <a:extLst>
                  <a:ext uri="{FF2B5EF4-FFF2-40B4-BE49-F238E27FC236}">
                    <a16:creationId xmlns:a16="http://schemas.microsoft.com/office/drawing/2014/main" id="{925E9F21-503D-501A-D702-C631166BF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Rectangle 97">
                <a:extLst>
                  <a:ext uri="{FF2B5EF4-FFF2-40B4-BE49-F238E27FC236}">
                    <a16:creationId xmlns:a16="http://schemas.microsoft.com/office/drawing/2014/main" id="{E1B8A159-8117-EDB6-3FF7-9D982B387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8" name="Freeform 98">
                <a:extLst>
                  <a:ext uri="{FF2B5EF4-FFF2-40B4-BE49-F238E27FC236}">
                    <a16:creationId xmlns:a16="http://schemas.microsoft.com/office/drawing/2014/main" id="{E600C1A9-58B1-AF9C-2DF4-16852398A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Rectangle 99">
                <a:extLst>
                  <a:ext uri="{FF2B5EF4-FFF2-40B4-BE49-F238E27FC236}">
                    <a16:creationId xmlns:a16="http://schemas.microsoft.com/office/drawing/2014/main" id="{99CA5520-3E13-DC41-F145-C90A7540B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0" name="Rectangle 100">
                <a:extLst>
                  <a:ext uri="{FF2B5EF4-FFF2-40B4-BE49-F238E27FC236}">
                    <a16:creationId xmlns:a16="http://schemas.microsoft.com/office/drawing/2014/main" id="{7931B142-8505-9647-DE89-1CF3EBFA7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Freeform 101">
                <a:extLst>
                  <a:ext uri="{FF2B5EF4-FFF2-40B4-BE49-F238E27FC236}">
                    <a16:creationId xmlns:a16="http://schemas.microsoft.com/office/drawing/2014/main" id="{36689AC7-7CEB-48E0-67BA-F50D50F1E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Freeform 102">
                <a:extLst>
                  <a:ext uri="{FF2B5EF4-FFF2-40B4-BE49-F238E27FC236}">
                    <a16:creationId xmlns:a16="http://schemas.microsoft.com/office/drawing/2014/main" id="{69C0CA38-CCED-4C04-FC79-3995A96A5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Rectangle 103">
                <a:extLst>
                  <a:ext uri="{FF2B5EF4-FFF2-40B4-BE49-F238E27FC236}">
                    <a16:creationId xmlns:a16="http://schemas.microsoft.com/office/drawing/2014/main" id="{894473EA-B030-B77F-91AB-91E956A0B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4" name="Rectangle 104">
                <a:extLst>
                  <a:ext uri="{FF2B5EF4-FFF2-40B4-BE49-F238E27FC236}">
                    <a16:creationId xmlns:a16="http://schemas.microsoft.com/office/drawing/2014/main" id="{7E729290-EB9D-F177-EE32-DB63F0ECA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825A267-46E4-73DE-5E0F-5BEFD013242D}"/>
              </a:ext>
            </a:extLst>
          </p:cNvPr>
          <p:cNvSpPr/>
          <p:nvPr/>
        </p:nvSpPr>
        <p:spPr>
          <a:xfrm>
            <a:off x="3242765" y="606913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970FF4-9EA5-1472-7507-96C2AB6FA0A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4502" y="457981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48DBDE04-90AD-0752-E3F3-1FB28AE2B280}"/>
              </a:ext>
            </a:extLst>
          </p:cNvPr>
          <p:cNvSpPr>
            <a:spLocks/>
          </p:cNvSpPr>
          <p:nvPr/>
        </p:nvSpPr>
        <p:spPr bwMode="auto">
          <a:xfrm>
            <a:off x="642979" y="984422"/>
            <a:ext cx="0" cy="2962"/>
          </a:xfrm>
          <a:custGeom>
            <a:avLst/>
            <a:gdLst>
              <a:gd name="T0" fmla="*/ 0 h 26"/>
              <a:gd name="T1" fmla="*/ 21 h 26"/>
              <a:gd name="T2" fmla="*/ 26 h 26"/>
              <a:gd name="T3" fmla="*/ 0 h 2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6">
                <a:moveTo>
                  <a:pt x="0" y="0"/>
                </a:moveTo>
                <a:lnTo>
                  <a:pt x="0" y="21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0A6BB748-D804-06A0-363D-D9D0FC436F7D}"/>
              </a:ext>
            </a:extLst>
          </p:cNvPr>
          <p:cNvSpPr>
            <a:spLocks/>
          </p:cNvSpPr>
          <p:nvPr/>
        </p:nvSpPr>
        <p:spPr bwMode="auto">
          <a:xfrm>
            <a:off x="642979" y="986643"/>
            <a:ext cx="0" cy="3703"/>
          </a:xfrm>
          <a:custGeom>
            <a:avLst/>
            <a:gdLst>
              <a:gd name="T0" fmla="*/ 0 w 1"/>
              <a:gd name="T1" fmla="*/ 0 h 35"/>
              <a:gd name="T2" fmla="*/ 1 w 1"/>
              <a:gd name="T3" fmla="*/ 26 h 35"/>
              <a:gd name="T4" fmla="*/ 0 w 1"/>
              <a:gd name="T5" fmla="*/ 31 h 35"/>
              <a:gd name="T6" fmla="*/ 0 w 1"/>
              <a:gd name="T7" fmla="*/ 35 h 35"/>
              <a:gd name="T8" fmla="*/ 0 w 1"/>
              <a:gd name="T9" fmla="*/ 5 h 35"/>
              <a:gd name="T10" fmla="*/ 0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0" y="0"/>
                </a:moveTo>
                <a:lnTo>
                  <a:pt x="1" y="26"/>
                </a:lnTo>
                <a:lnTo>
                  <a:pt x="0" y="31"/>
                </a:lnTo>
                <a:lnTo>
                  <a:pt x="0" y="3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03">
            <a:extLst>
              <a:ext uri="{FF2B5EF4-FFF2-40B4-BE49-F238E27FC236}">
                <a16:creationId xmlns:a16="http://schemas.microsoft.com/office/drawing/2014/main" id="{9F1F3C09-BF6B-4C7A-CAD4-116CC6356EE5}"/>
              </a:ext>
            </a:extLst>
          </p:cNvPr>
          <p:cNvSpPr txBox="1"/>
          <p:nvPr/>
        </p:nvSpPr>
        <p:spPr>
          <a:xfrm>
            <a:off x="6348" y="991283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</a:p>
        </p:txBody>
      </p:sp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F7EE1264-3F4A-1822-D530-453710935DDA}"/>
              </a:ext>
            </a:extLst>
          </p:cNvPr>
          <p:cNvSpPr/>
          <p:nvPr/>
        </p:nvSpPr>
        <p:spPr>
          <a:xfrm>
            <a:off x="972945" y="107150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2F8F1A97-4ACD-F398-C08B-6C2174EFAD38}"/>
              </a:ext>
            </a:extLst>
          </p:cNvPr>
          <p:cNvSpPr/>
          <p:nvPr/>
        </p:nvSpPr>
        <p:spPr>
          <a:xfrm>
            <a:off x="1192457" y="1072904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4DA66B71-B9B4-EE07-C044-93E7787FC8E3}"/>
              </a:ext>
            </a:extLst>
          </p:cNvPr>
          <p:cNvSpPr/>
          <p:nvPr/>
        </p:nvSpPr>
        <p:spPr>
          <a:xfrm>
            <a:off x="1892938" y="106870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rganigramme : Connecteur 10">
            <a:extLst>
              <a:ext uri="{FF2B5EF4-FFF2-40B4-BE49-F238E27FC236}">
                <a16:creationId xmlns:a16="http://schemas.microsoft.com/office/drawing/2014/main" id="{51C67301-2A30-BF9B-83A8-D24406B2039F}"/>
              </a:ext>
            </a:extLst>
          </p:cNvPr>
          <p:cNvSpPr/>
          <p:nvPr/>
        </p:nvSpPr>
        <p:spPr>
          <a:xfrm>
            <a:off x="1400399" y="107277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rganigramme : Connecteur 13">
            <a:extLst>
              <a:ext uri="{FF2B5EF4-FFF2-40B4-BE49-F238E27FC236}">
                <a16:creationId xmlns:a16="http://schemas.microsoft.com/office/drawing/2014/main" id="{11ADF116-B293-DB0C-28E5-10D9355EF007}"/>
              </a:ext>
            </a:extLst>
          </p:cNvPr>
          <p:cNvSpPr/>
          <p:nvPr/>
        </p:nvSpPr>
        <p:spPr>
          <a:xfrm>
            <a:off x="1659444" y="107010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5566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</TotalTime>
  <Words>318</Words>
  <Application>Microsoft Office PowerPoint</Application>
  <PresentationFormat>Grand écran</PresentationFormat>
  <Paragraphs>52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costumer 64</cp:lastModifiedBy>
  <cp:revision>99</cp:revision>
  <dcterms:created xsi:type="dcterms:W3CDTF">2022-10-06T13:16:20Z</dcterms:created>
  <dcterms:modified xsi:type="dcterms:W3CDTF">2023-03-01T15:35:07Z</dcterms:modified>
</cp:coreProperties>
</file>