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fr-T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616"/>
    <a:srgbClr val="7F7F7F"/>
    <a:srgbClr val="595959"/>
    <a:srgbClr val="969696"/>
    <a:srgbClr val="AEAEAE"/>
    <a:srgbClr val="C2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CBD36-9BB8-48CE-9947-619BC0A6F366}" type="datetimeFigureOut">
              <a:rPr lang="fr-FR" smtClean="0"/>
              <a:t>24/03/2023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0547C-A865-40F4-A121-B1AFD5BD20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47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C3DD6-F0B1-1ADF-7822-2680FA3335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564" y="2645929"/>
            <a:ext cx="10515600" cy="1325563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Titres</a:t>
            </a:r>
            <a:endParaRPr lang="fr-TG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8BA6D-1FAC-6C8F-9FBE-BF8FF1C1F460}"/>
              </a:ext>
            </a:extLst>
          </p:cNvPr>
          <p:cNvSpPr txBox="1">
            <a:spLocks/>
          </p:cNvSpPr>
          <p:nvPr userDrawn="1"/>
        </p:nvSpPr>
        <p:spPr>
          <a:xfrm>
            <a:off x="422563" y="6356349"/>
            <a:ext cx="3484419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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wearedigijob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CONFIDENTIEL</a:t>
            </a:r>
            <a:endParaRPr lang="fr-TG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7" descr="TECHNOLOGIE PARTICULE BY DIGIJOB">
            <a:extLst>
              <a:ext uri="{FF2B5EF4-FFF2-40B4-BE49-F238E27FC236}">
                <a16:creationId xmlns:a16="http://schemas.microsoft.com/office/drawing/2014/main" id="{802FD084-EAA5-545A-51BB-AFAF66E380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48" y="-120290"/>
            <a:ext cx="9700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6AB10-64F6-58FC-453E-D5DFEF49C619}"/>
              </a:ext>
            </a:extLst>
          </p:cNvPr>
          <p:cNvSpPr/>
          <p:nvPr userDrawn="1"/>
        </p:nvSpPr>
        <p:spPr>
          <a:xfrm>
            <a:off x="-1" y="0"/>
            <a:ext cx="2526891" cy="6858000"/>
          </a:xfrm>
          <a:prstGeom prst="rect">
            <a:avLst/>
          </a:prstGeom>
          <a:gradFill>
            <a:gsLst>
              <a:gs pos="0">
                <a:srgbClr val="FF1616"/>
              </a:gs>
              <a:gs pos="100000">
                <a:srgbClr val="C2545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88943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61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77C10B4-13F6-C77B-5F34-9D2A68B3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476AE3-38A3-B107-0966-7BAE474BB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16A552-054D-AC08-C4C4-622C5892B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F1F8-5550-4822-B94C-D1AD37B41718}" type="slidenum">
              <a:rPr lang="fr-TG" smtClean="0"/>
              <a:t>‹N°›</a:t>
            </a:fld>
            <a:endParaRPr lang="fr-T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F568A-918D-013D-9997-B084A660D2C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FF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046B298-F724-F868-BE49-6749F8D075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312" y="209550"/>
            <a:ext cx="731694" cy="7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5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5" r:id="rId2"/>
    <p:sldLayoutId id="214748364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hyperlink" Target="http://www.food.topstoretg.com/" TargetMode="External"/><Relationship Id="rId2" Type="http://schemas.openxmlformats.org/officeDocument/2006/relationships/tags" Target="../tags/tag2.xml"/><Relationship Id="rId16" Type="http://schemas.openxmlformats.org/officeDocument/2006/relationships/hyperlink" Target="http://www.topstoretg.com/" TargetMode="External"/><Relationship Id="rId20" Type="http://schemas.openxmlformats.org/officeDocument/2006/relationships/image" Target="../media/image5.jp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hyperlink" Target="http://www.jeclimate.francophonie.org/" TargetMode="External"/><Relationship Id="rId10" Type="http://schemas.openxmlformats.org/officeDocument/2006/relationships/tags" Target="../tags/tag10.xml"/><Relationship Id="rId19" Type="http://schemas.openxmlformats.org/officeDocument/2006/relationships/image" Target="../media/image4.jpe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hyperlink" Target="http://www.kpital-inve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48D5E-B27C-4D22-FE4D-45C4EDCC1B9A}"/>
              </a:ext>
            </a:extLst>
          </p:cNvPr>
          <p:cNvSpPr/>
          <p:nvPr/>
        </p:nvSpPr>
        <p:spPr>
          <a:xfrm>
            <a:off x="2723708" y="719123"/>
            <a:ext cx="7373313" cy="829759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</a:endParaRPr>
          </a:p>
          <a:p>
            <a:pPr lvl="0" algn="just"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Diplômé d’une Licence Professionnelle, en Sciences et technologies, spécialité Architecture des logiciels, j’ai à mon actif, 4 années d’expériences dans le développement d’application.</a:t>
            </a:r>
            <a:endParaRPr lang="en-US" sz="1200" kern="0" dirty="0">
              <a:solidFill>
                <a:srgbClr val="FFFFFF">
                  <a:lumMod val="50000"/>
                </a:srgbClr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D38EEE10-F728-705A-1FE3-EA812B6A4131}"/>
              </a:ext>
            </a:extLst>
          </p:cNvPr>
          <p:cNvGrpSpPr/>
          <p:nvPr/>
        </p:nvGrpSpPr>
        <p:grpSpPr>
          <a:xfrm>
            <a:off x="2646409" y="380639"/>
            <a:ext cx="552985" cy="552985"/>
            <a:chOff x="507861" y="2617801"/>
            <a:chExt cx="552985" cy="552985"/>
          </a:xfrm>
        </p:grpSpPr>
        <p:sp>
          <p:nvSpPr>
            <p:cNvPr id="4" name="Oval 116">
              <a:extLst>
                <a:ext uri="{FF2B5EF4-FFF2-40B4-BE49-F238E27FC236}">
                  <a16:creationId xmlns:a16="http://schemas.microsoft.com/office/drawing/2014/main" id="{CEE86CA9-4FCB-B945-130F-B2E418A053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861" y="2617801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580E59AF-45CB-BE9D-0DFE-F9C3DFAAD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21" y="2687195"/>
              <a:ext cx="340465" cy="414197"/>
            </a:xfrm>
            <a:custGeom>
              <a:avLst/>
              <a:gdLst>
                <a:gd name="T0" fmla="*/ 1120 w 2198"/>
                <a:gd name="T1" fmla="*/ 1 h 2678"/>
                <a:gd name="T2" fmla="*/ 1311 w 2198"/>
                <a:gd name="T3" fmla="*/ 32 h 2678"/>
                <a:gd name="T4" fmla="*/ 1482 w 2198"/>
                <a:gd name="T5" fmla="*/ 115 h 2678"/>
                <a:gd name="T6" fmla="*/ 1628 w 2198"/>
                <a:gd name="T7" fmla="*/ 244 h 2678"/>
                <a:gd name="T8" fmla="*/ 1742 w 2198"/>
                <a:gd name="T9" fmla="*/ 409 h 2678"/>
                <a:gd name="T10" fmla="*/ 1817 w 2198"/>
                <a:gd name="T11" fmla="*/ 604 h 2678"/>
                <a:gd name="T12" fmla="*/ 1848 w 2198"/>
                <a:gd name="T13" fmla="*/ 822 h 2678"/>
                <a:gd name="T14" fmla="*/ 1892 w 2198"/>
                <a:gd name="T15" fmla="*/ 885 h 2678"/>
                <a:gd name="T16" fmla="*/ 1898 w 2198"/>
                <a:gd name="T17" fmla="*/ 977 h 2678"/>
                <a:gd name="T18" fmla="*/ 1864 w 2198"/>
                <a:gd name="T19" fmla="*/ 1086 h 2678"/>
                <a:gd name="T20" fmla="*/ 1791 w 2198"/>
                <a:gd name="T21" fmla="*/ 1199 h 2678"/>
                <a:gd name="T22" fmla="*/ 1707 w 2198"/>
                <a:gd name="T23" fmla="*/ 1405 h 2678"/>
                <a:gd name="T24" fmla="*/ 1590 w 2198"/>
                <a:gd name="T25" fmla="*/ 1588 h 2678"/>
                <a:gd name="T26" fmla="*/ 1448 w 2198"/>
                <a:gd name="T27" fmla="*/ 1734 h 2678"/>
                <a:gd name="T28" fmla="*/ 1478 w 2198"/>
                <a:gd name="T29" fmla="*/ 1829 h 2678"/>
                <a:gd name="T30" fmla="*/ 1535 w 2198"/>
                <a:gd name="T31" fmla="*/ 1925 h 2678"/>
                <a:gd name="T32" fmla="*/ 1627 w 2198"/>
                <a:gd name="T33" fmla="*/ 2016 h 2678"/>
                <a:gd name="T34" fmla="*/ 1763 w 2198"/>
                <a:gd name="T35" fmla="*/ 2094 h 2678"/>
                <a:gd name="T36" fmla="*/ 1892 w 2198"/>
                <a:gd name="T37" fmla="*/ 2141 h 2678"/>
                <a:gd name="T38" fmla="*/ 2039 w 2198"/>
                <a:gd name="T39" fmla="*/ 2184 h 2678"/>
                <a:gd name="T40" fmla="*/ 2167 w 2198"/>
                <a:gd name="T41" fmla="*/ 2228 h 2678"/>
                <a:gd name="T42" fmla="*/ 2090 w 2198"/>
                <a:gd name="T43" fmla="*/ 2344 h 2678"/>
                <a:gd name="T44" fmla="*/ 1892 w 2198"/>
                <a:gd name="T45" fmla="*/ 2474 h 2678"/>
                <a:gd name="T46" fmla="*/ 1665 w 2198"/>
                <a:gd name="T47" fmla="*/ 2574 h 2678"/>
                <a:gd name="T48" fmla="*/ 1421 w 2198"/>
                <a:gd name="T49" fmla="*/ 2644 h 2678"/>
                <a:gd name="T50" fmla="*/ 1178 w 2198"/>
                <a:gd name="T51" fmla="*/ 2675 h 2678"/>
                <a:gd name="T52" fmla="*/ 1093 w 2198"/>
                <a:gd name="T53" fmla="*/ 2677 h 2678"/>
                <a:gd name="T54" fmla="*/ 852 w 2198"/>
                <a:gd name="T55" fmla="*/ 2657 h 2678"/>
                <a:gd name="T56" fmla="*/ 610 w 2198"/>
                <a:gd name="T57" fmla="*/ 2600 h 2678"/>
                <a:gd name="T58" fmla="*/ 377 w 2198"/>
                <a:gd name="T59" fmla="*/ 2510 h 2678"/>
                <a:gd name="T60" fmla="*/ 170 w 2198"/>
                <a:gd name="T61" fmla="*/ 2389 h 2678"/>
                <a:gd name="T62" fmla="*/ 0 w 2198"/>
                <a:gd name="T63" fmla="*/ 2242 h 2678"/>
                <a:gd name="T64" fmla="*/ 112 w 2198"/>
                <a:gd name="T65" fmla="*/ 2199 h 2678"/>
                <a:gd name="T66" fmla="*/ 257 w 2198"/>
                <a:gd name="T67" fmla="*/ 2155 h 2678"/>
                <a:gd name="T68" fmla="*/ 396 w 2198"/>
                <a:gd name="T69" fmla="*/ 2110 h 2678"/>
                <a:gd name="T70" fmla="*/ 534 w 2198"/>
                <a:gd name="T71" fmla="*/ 2042 h 2678"/>
                <a:gd name="T72" fmla="*/ 644 w 2198"/>
                <a:gd name="T73" fmla="*/ 1950 h 2678"/>
                <a:gd name="T74" fmla="*/ 711 w 2198"/>
                <a:gd name="T75" fmla="*/ 1850 h 2678"/>
                <a:gd name="T76" fmla="*/ 746 w 2198"/>
                <a:gd name="T77" fmla="*/ 1749 h 2678"/>
                <a:gd name="T78" fmla="*/ 658 w 2198"/>
                <a:gd name="T79" fmla="*/ 1620 h 2678"/>
                <a:gd name="T80" fmla="*/ 538 w 2198"/>
                <a:gd name="T81" fmla="*/ 1446 h 2678"/>
                <a:gd name="T82" fmla="*/ 446 w 2198"/>
                <a:gd name="T83" fmla="*/ 1246 h 2678"/>
                <a:gd name="T84" fmla="*/ 358 w 2198"/>
                <a:gd name="T85" fmla="*/ 1129 h 2678"/>
                <a:gd name="T86" fmla="*/ 307 w 2198"/>
                <a:gd name="T87" fmla="*/ 1013 h 2678"/>
                <a:gd name="T88" fmla="*/ 300 w 2198"/>
                <a:gd name="T89" fmla="*/ 912 h 2678"/>
                <a:gd name="T90" fmla="*/ 333 w 2198"/>
                <a:gd name="T91" fmla="*/ 838 h 2678"/>
                <a:gd name="T92" fmla="*/ 381 w 2198"/>
                <a:gd name="T93" fmla="*/ 731 h 2678"/>
                <a:gd name="T94" fmla="*/ 429 w 2198"/>
                <a:gd name="T95" fmla="*/ 523 h 2678"/>
                <a:gd name="T96" fmla="*/ 520 w 2198"/>
                <a:gd name="T97" fmla="*/ 340 h 2678"/>
                <a:gd name="T98" fmla="*/ 647 w 2198"/>
                <a:gd name="T99" fmla="*/ 190 h 2678"/>
                <a:gd name="T100" fmla="*/ 802 w 2198"/>
                <a:gd name="T101" fmla="*/ 79 h 2678"/>
                <a:gd name="T102" fmla="*/ 979 w 2198"/>
                <a:gd name="T103" fmla="*/ 14 h 2678"/>
                <a:gd name="T104" fmla="*/ 1111 w 2198"/>
                <a:gd name="T105" fmla="*/ 0 h 2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98" h="2678">
                  <a:moveTo>
                    <a:pt x="1111" y="0"/>
                  </a:moveTo>
                  <a:lnTo>
                    <a:pt x="1115" y="1"/>
                  </a:lnTo>
                  <a:lnTo>
                    <a:pt x="1120" y="1"/>
                  </a:lnTo>
                  <a:lnTo>
                    <a:pt x="1186" y="5"/>
                  </a:lnTo>
                  <a:lnTo>
                    <a:pt x="1249" y="16"/>
                  </a:lnTo>
                  <a:lnTo>
                    <a:pt x="1311" y="32"/>
                  </a:lnTo>
                  <a:lnTo>
                    <a:pt x="1371" y="55"/>
                  </a:lnTo>
                  <a:lnTo>
                    <a:pt x="1428" y="82"/>
                  </a:lnTo>
                  <a:lnTo>
                    <a:pt x="1482" y="115"/>
                  </a:lnTo>
                  <a:lnTo>
                    <a:pt x="1534" y="153"/>
                  </a:lnTo>
                  <a:lnTo>
                    <a:pt x="1583" y="197"/>
                  </a:lnTo>
                  <a:lnTo>
                    <a:pt x="1628" y="244"/>
                  </a:lnTo>
                  <a:lnTo>
                    <a:pt x="1670" y="295"/>
                  </a:lnTo>
                  <a:lnTo>
                    <a:pt x="1708" y="350"/>
                  </a:lnTo>
                  <a:lnTo>
                    <a:pt x="1742" y="409"/>
                  </a:lnTo>
                  <a:lnTo>
                    <a:pt x="1772" y="471"/>
                  </a:lnTo>
                  <a:lnTo>
                    <a:pt x="1797" y="536"/>
                  </a:lnTo>
                  <a:lnTo>
                    <a:pt x="1817" y="604"/>
                  </a:lnTo>
                  <a:lnTo>
                    <a:pt x="1832" y="675"/>
                  </a:lnTo>
                  <a:lnTo>
                    <a:pt x="1842" y="747"/>
                  </a:lnTo>
                  <a:lnTo>
                    <a:pt x="1848" y="822"/>
                  </a:lnTo>
                  <a:lnTo>
                    <a:pt x="1866" y="840"/>
                  </a:lnTo>
                  <a:lnTo>
                    <a:pt x="1881" y="861"/>
                  </a:lnTo>
                  <a:lnTo>
                    <a:pt x="1892" y="885"/>
                  </a:lnTo>
                  <a:lnTo>
                    <a:pt x="1898" y="912"/>
                  </a:lnTo>
                  <a:lnTo>
                    <a:pt x="1901" y="942"/>
                  </a:lnTo>
                  <a:lnTo>
                    <a:pt x="1898" y="977"/>
                  </a:lnTo>
                  <a:lnTo>
                    <a:pt x="1891" y="1011"/>
                  </a:lnTo>
                  <a:lnTo>
                    <a:pt x="1879" y="1048"/>
                  </a:lnTo>
                  <a:lnTo>
                    <a:pt x="1864" y="1086"/>
                  </a:lnTo>
                  <a:lnTo>
                    <a:pt x="1843" y="1124"/>
                  </a:lnTo>
                  <a:lnTo>
                    <a:pt x="1819" y="1162"/>
                  </a:lnTo>
                  <a:lnTo>
                    <a:pt x="1791" y="1199"/>
                  </a:lnTo>
                  <a:lnTo>
                    <a:pt x="1766" y="1270"/>
                  </a:lnTo>
                  <a:lnTo>
                    <a:pt x="1738" y="1338"/>
                  </a:lnTo>
                  <a:lnTo>
                    <a:pt x="1707" y="1405"/>
                  </a:lnTo>
                  <a:lnTo>
                    <a:pt x="1671" y="1469"/>
                  </a:lnTo>
                  <a:lnTo>
                    <a:pt x="1632" y="1530"/>
                  </a:lnTo>
                  <a:lnTo>
                    <a:pt x="1590" y="1588"/>
                  </a:lnTo>
                  <a:lnTo>
                    <a:pt x="1546" y="1641"/>
                  </a:lnTo>
                  <a:lnTo>
                    <a:pt x="1498" y="1690"/>
                  </a:lnTo>
                  <a:lnTo>
                    <a:pt x="1448" y="1734"/>
                  </a:lnTo>
                  <a:lnTo>
                    <a:pt x="1455" y="1765"/>
                  </a:lnTo>
                  <a:lnTo>
                    <a:pt x="1465" y="1797"/>
                  </a:lnTo>
                  <a:lnTo>
                    <a:pt x="1478" y="1829"/>
                  </a:lnTo>
                  <a:lnTo>
                    <a:pt x="1493" y="1862"/>
                  </a:lnTo>
                  <a:lnTo>
                    <a:pt x="1512" y="1894"/>
                  </a:lnTo>
                  <a:lnTo>
                    <a:pt x="1535" y="1925"/>
                  </a:lnTo>
                  <a:lnTo>
                    <a:pt x="1561" y="1957"/>
                  </a:lnTo>
                  <a:lnTo>
                    <a:pt x="1592" y="1987"/>
                  </a:lnTo>
                  <a:lnTo>
                    <a:pt x="1627" y="2016"/>
                  </a:lnTo>
                  <a:lnTo>
                    <a:pt x="1667" y="2044"/>
                  </a:lnTo>
                  <a:lnTo>
                    <a:pt x="1712" y="2070"/>
                  </a:lnTo>
                  <a:lnTo>
                    <a:pt x="1763" y="2094"/>
                  </a:lnTo>
                  <a:lnTo>
                    <a:pt x="1802" y="2110"/>
                  </a:lnTo>
                  <a:lnTo>
                    <a:pt x="1845" y="2125"/>
                  </a:lnTo>
                  <a:lnTo>
                    <a:pt x="1892" y="2141"/>
                  </a:lnTo>
                  <a:lnTo>
                    <a:pt x="1941" y="2155"/>
                  </a:lnTo>
                  <a:lnTo>
                    <a:pt x="1990" y="2170"/>
                  </a:lnTo>
                  <a:lnTo>
                    <a:pt x="2039" y="2184"/>
                  </a:lnTo>
                  <a:lnTo>
                    <a:pt x="2086" y="2199"/>
                  </a:lnTo>
                  <a:lnTo>
                    <a:pt x="2129" y="2213"/>
                  </a:lnTo>
                  <a:lnTo>
                    <a:pt x="2167" y="2228"/>
                  </a:lnTo>
                  <a:lnTo>
                    <a:pt x="2198" y="2242"/>
                  </a:lnTo>
                  <a:lnTo>
                    <a:pt x="2147" y="2294"/>
                  </a:lnTo>
                  <a:lnTo>
                    <a:pt x="2090" y="2344"/>
                  </a:lnTo>
                  <a:lnTo>
                    <a:pt x="2028" y="2391"/>
                  </a:lnTo>
                  <a:lnTo>
                    <a:pt x="1961" y="2434"/>
                  </a:lnTo>
                  <a:lnTo>
                    <a:pt x="1892" y="2474"/>
                  </a:lnTo>
                  <a:lnTo>
                    <a:pt x="1818" y="2511"/>
                  </a:lnTo>
                  <a:lnTo>
                    <a:pt x="1743" y="2545"/>
                  </a:lnTo>
                  <a:lnTo>
                    <a:pt x="1665" y="2574"/>
                  </a:lnTo>
                  <a:lnTo>
                    <a:pt x="1585" y="2601"/>
                  </a:lnTo>
                  <a:lnTo>
                    <a:pt x="1504" y="2624"/>
                  </a:lnTo>
                  <a:lnTo>
                    <a:pt x="1421" y="2644"/>
                  </a:lnTo>
                  <a:lnTo>
                    <a:pt x="1340" y="2658"/>
                  </a:lnTo>
                  <a:lnTo>
                    <a:pt x="1259" y="2669"/>
                  </a:lnTo>
                  <a:lnTo>
                    <a:pt x="1178" y="2675"/>
                  </a:lnTo>
                  <a:lnTo>
                    <a:pt x="1099" y="2678"/>
                  </a:lnTo>
                  <a:lnTo>
                    <a:pt x="1098" y="2677"/>
                  </a:lnTo>
                  <a:lnTo>
                    <a:pt x="1093" y="2677"/>
                  </a:lnTo>
                  <a:lnTo>
                    <a:pt x="1014" y="2675"/>
                  </a:lnTo>
                  <a:lnTo>
                    <a:pt x="933" y="2669"/>
                  </a:lnTo>
                  <a:lnTo>
                    <a:pt x="852" y="2657"/>
                  </a:lnTo>
                  <a:lnTo>
                    <a:pt x="771" y="2642"/>
                  </a:lnTo>
                  <a:lnTo>
                    <a:pt x="690" y="2623"/>
                  </a:lnTo>
                  <a:lnTo>
                    <a:pt x="610" y="2600"/>
                  </a:lnTo>
                  <a:lnTo>
                    <a:pt x="530" y="2573"/>
                  </a:lnTo>
                  <a:lnTo>
                    <a:pt x="453" y="2543"/>
                  </a:lnTo>
                  <a:lnTo>
                    <a:pt x="377" y="2510"/>
                  </a:lnTo>
                  <a:lnTo>
                    <a:pt x="305" y="2473"/>
                  </a:lnTo>
                  <a:lnTo>
                    <a:pt x="235" y="2433"/>
                  </a:lnTo>
                  <a:lnTo>
                    <a:pt x="170" y="2389"/>
                  </a:lnTo>
                  <a:lnTo>
                    <a:pt x="108" y="2343"/>
                  </a:lnTo>
                  <a:lnTo>
                    <a:pt x="51" y="2294"/>
                  </a:lnTo>
                  <a:lnTo>
                    <a:pt x="0" y="2242"/>
                  </a:lnTo>
                  <a:lnTo>
                    <a:pt x="31" y="2228"/>
                  </a:lnTo>
                  <a:lnTo>
                    <a:pt x="69" y="2213"/>
                  </a:lnTo>
                  <a:lnTo>
                    <a:pt x="112" y="2199"/>
                  </a:lnTo>
                  <a:lnTo>
                    <a:pt x="159" y="2184"/>
                  </a:lnTo>
                  <a:lnTo>
                    <a:pt x="208" y="2170"/>
                  </a:lnTo>
                  <a:lnTo>
                    <a:pt x="257" y="2155"/>
                  </a:lnTo>
                  <a:lnTo>
                    <a:pt x="306" y="2141"/>
                  </a:lnTo>
                  <a:lnTo>
                    <a:pt x="353" y="2125"/>
                  </a:lnTo>
                  <a:lnTo>
                    <a:pt x="396" y="2110"/>
                  </a:lnTo>
                  <a:lnTo>
                    <a:pt x="435" y="2094"/>
                  </a:lnTo>
                  <a:lnTo>
                    <a:pt x="488" y="2069"/>
                  </a:lnTo>
                  <a:lnTo>
                    <a:pt x="534" y="2042"/>
                  </a:lnTo>
                  <a:lnTo>
                    <a:pt x="575" y="2013"/>
                  </a:lnTo>
                  <a:lnTo>
                    <a:pt x="612" y="1982"/>
                  </a:lnTo>
                  <a:lnTo>
                    <a:pt x="644" y="1950"/>
                  </a:lnTo>
                  <a:lnTo>
                    <a:pt x="670" y="1917"/>
                  </a:lnTo>
                  <a:lnTo>
                    <a:pt x="692" y="1883"/>
                  </a:lnTo>
                  <a:lnTo>
                    <a:pt x="711" y="1850"/>
                  </a:lnTo>
                  <a:lnTo>
                    <a:pt x="726" y="1816"/>
                  </a:lnTo>
                  <a:lnTo>
                    <a:pt x="738" y="1783"/>
                  </a:lnTo>
                  <a:lnTo>
                    <a:pt x="746" y="1749"/>
                  </a:lnTo>
                  <a:lnTo>
                    <a:pt x="753" y="1717"/>
                  </a:lnTo>
                  <a:lnTo>
                    <a:pt x="704" y="1671"/>
                  </a:lnTo>
                  <a:lnTo>
                    <a:pt x="658" y="1620"/>
                  </a:lnTo>
                  <a:lnTo>
                    <a:pt x="614" y="1566"/>
                  </a:lnTo>
                  <a:lnTo>
                    <a:pt x="574" y="1508"/>
                  </a:lnTo>
                  <a:lnTo>
                    <a:pt x="538" y="1446"/>
                  </a:lnTo>
                  <a:lnTo>
                    <a:pt x="503" y="1381"/>
                  </a:lnTo>
                  <a:lnTo>
                    <a:pt x="473" y="1314"/>
                  </a:lnTo>
                  <a:lnTo>
                    <a:pt x="446" y="1246"/>
                  </a:lnTo>
                  <a:lnTo>
                    <a:pt x="413" y="1207"/>
                  </a:lnTo>
                  <a:lnTo>
                    <a:pt x="384" y="1168"/>
                  </a:lnTo>
                  <a:lnTo>
                    <a:pt x="358" y="1129"/>
                  </a:lnTo>
                  <a:lnTo>
                    <a:pt x="336" y="1090"/>
                  </a:lnTo>
                  <a:lnTo>
                    <a:pt x="320" y="1051"/>
                  </a:lnTo>
                  <a:lnTo>
                    <a:pt x="307" y="1013"/>
                  </a:lnTo>
                  <a:lnTo>
                    <a:pt x="300" y="977"/>
                  </a:lnTo>
                  <a:lnTo>
                    <a:pt x="297" y="942"/>
                  </a:lnTo>
                  <a:lnTo>
                    <a:pt x="300" y="912"/>
                  </a:lnTo>
                  <a:lnTo>
                    <a:pt x="307" y="884"/>
                  </a:lnTo>
                  <a:lnTo>
                    <a:pt x="318" y="860"/>
                  </a:lnTo>
                  <a:lnTo>
                    <a:pt x="333" y="838"/>
                  </a:lnTo>
                  <a:lnTo>
                    <a:pt x="353" y="820"/>
                  </a:lnTo>
                  <a:lnTo>
                    <a:pt x="375" y="805"/>
                  </a:lnTo>
                  <a:lnTo>
                    <a:pt x="381" y="731"/>
                  </a:lnTo>
                  <a:lnTo>
                    <a:pt x="393" y="660"/>
                  </a:lnTo>
                  <a:lnTo>
                    <a:pt x="409" y="590"/>
                  </a:lnTo>
                  <a:lnTo>
                    <a:pt x="429" y="523"/>
                  </a:lnTo>
                  <a:lnTo>
                    <a:pt x="455" y="459"/>
                  </a:lnTo>
                  <a:lnTo>
                    <a:pt x="486" y="398"/>
                  </a:lnTo>
                  <a:lnTo>
                    <a:pt x="520" y="340"/>
                  </a:lnTo>
                  <a:lnTo>
                    <a:pt x="559" y="286"/>
                  </a:lnTo>
                  <a:lnTo>
                    <a:pt x="601" y="236"/>
                  </a:lnTo>
                  <a:lnTo>
                    <a:pt x="647" y="190"/>
                  </a:lnTo>
                  <a:lnTo>
                    <a:pt x="695" y="148"/>
                  </a:lnTo>
                  <a:lnTo>
                    <a:pt x="746" y="111"/>
                  </a:lnTo>
                  <a:lnTo>
                    <a:pt x="802" y="79"/>
                  </a:lnTo>
                  <a:lnTo>
                    <a:pt x="859" y="52"/>
                  </a:lnTo>
                  <a:lnTo>
                    <a:pt x="917" y="30"/>
                  </a:lnTo>
                  <a:lnTo>
                    <a:pt x="979" y="14"/>
                  </a:lnTo>
                  <a:lnTo>
                    <a:pt x="1043" y="4"/>
                  </a:lnTo>
                  <a:lnTo>
                    <a:pt x="1108" y="1"/>
                  </a:lnTo>
                  <a:lnTo>
                    <a:pt x="1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95B0C0C-0D0C-453F-4ED9-C64FDA764E91}"/>
              </a:ext>
            </a:extLst>
          </p:cNvPr>
          <p:cNvSpPr/>
          <p:nvPr/>
        </p:nvSpPr>
        <p:spPr>
          <a:xfrm>
            <a:off x="3207354" y="570614"/>
            <a:ext cx="626093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Profil – 4 ans d’expérience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BAB95-F217-7CA0-4F3E-CC2A98A2BBC6}"/>
              </a:ext>
            </a:extLst>
          </p:cNvPr>
          <p:cNvSpPr/>
          <p:nvPr/>
        </p:nvSpPr>
        <p:spPr>
          <a:xfrm>
            <a:off x="2755145" y="1826731"/>
            <a:ext cx="7341876" cy="361505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68E54-A661-E4F8-F73F-8700FF9651C1}"/>
              </a:ext>
            </a:extLst>
          </p:cNvPr>
          <p:cNvSpPr/>
          <p:nvPr/>
        </p:nvSpPr>
        <p:spPr>
          <a:xfrm>
            <a:off x="5729984" y="3830286"/>
            <a:ext cx="2556000" cy="36894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575E4-23C9-B471-B816-C9BF3F0766B8}"/>
              </a:ext>
            </a:extLst>
          </p:cNvPr>
          <p:cNvSpPr/>
          <p:nvPr/>
        </p:nvSpPr>
        <p:spPr>
          <a:xfrm>
            <a:off x="2881795" y="2036725"/>
            <a:ext cx="7115003" cy="347787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en-US" sz="1200" b="1" kern="0" dirty="0">
              <a:solidFill>
                <a:srgbClr val="FFFFFF">
                  <a:lumMod val="50000"/>
                </a:srgbClr>
              </a:solidFill>
            </a:endParaRPr>
          </a:p>
          <a:p>
            <a:pPr>
              <a:defRPr/>
            </a:pP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Chargé technique de </a:t>
            </a:r>
            <a:r>
              <a:rPr lang="en-US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projets</a:t>
            </a: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CUBE Lomé - Togo :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depuis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août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2021 (1 an 3 mois)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technique et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fonctionnelle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Kpital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invest - mise en relation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investisseur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entrepreneur et le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Jeclimate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IFDD) avec PHP (Laravel)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hlinkClick r:id="rId14"/>
              </a:rPr>
              <a:t>www.kpital-invest.com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hlinkClick r:id="rId15"/>
              </a:rPr>
              <a:t>www.jeclimate.francophonie.org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 corrective et evolutive (correction de bugs et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ajout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fonctionnalités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Développeur</a:t>
            </a: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d’application</a:t>
            </a: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INOTIX Lomé – Togo 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depuis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 (3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Chargé de formation dans les modules : Bases de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l’algorithmique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Développement web avec PHP,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les framework Laravel,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VueJS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BD : MySQL et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Merise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Conception de sites web : 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hlinkClick r:id="rId16"/>
              </a:rPr>
              <a:t>www.topstoretg.com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hlinkClick r:id="rId17"/>
              </a:rPr>
              <a:t>www.food.topstoretg.com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Développeur</a:t>
            </a: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 – SAFARTECH Lomé – Togo :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fev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avr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 (3 mois de stage)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Redesign Frontend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d’une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application de gestion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d’école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avec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VueJS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Bootsrap</a:t>
            </a: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Conception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d’une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application de gestion pour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l’Université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Lomé avec Laravel et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VueJS</a:t>
            </a: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Développeur</a:t>
            </a: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 – ECOHUB Lomé – Togo : 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 2018 –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fev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 (3 mois de stage)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Conception d’un site avec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Wordpress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(site web :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Tiakoo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C961C-59E1-9C91-143E-6FA81D4E3810}"/>
              </a:ext>
            </a:extLst>
          </p:cNvPr>
          <p:cNvSpPr/>
          <p:nvPr/>
        </p:nvSpPr>
        <p:spPr>
          <a:xfrm>
            <a:off x="10264407" y="2199957"/>
            <a:ext cx="151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1" i="0" u="none" strike="noStrike" kern="0" cap="none" spc="0" normalizeH="0" baseline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Références</a:t>
            </a:r>
            <a:endParaRPr kumimoji="0" lang="fr-CA" sz="1800" b="0" i="0" u="none" strike="noStrike" kern="1200" cap="none" spc="0" normalizeH="0" baseline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49EA2C1D-D474-3DA3-8593-195D7D642DD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65085" y="1595401"/>
            <a:ext cx="552985" cy="552985"/>
            <a:chOff x="5890641" y="1631738"/>
            <a:chExt cx="552985" cy="552985"/>
          </a:xfrm>
        </p:grpSpPr>
        <p:sp>
          <p:nvSpPr>
            <p:cNvPr id="16" name="Oval 112">
              <a:extLst>
                <a:ext uri="{FF2B5EF4-FFF2-40B4-BE49-F238E27FC236}">
                  <a16:creationId xmlns:a16="http://schemas.microsoft.com/office/drawing/2014/main" id="{A2313757-0531-3651-BB10-D3FF894A5C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Freeform 81">
              <a:extLst>
                <a:ext uri="{FF2B5EF4-FFF2-40B4-BE49-F238E27FC236}">
                  <a16:creationId xmlns:a16="http://schemas.microsoft.com/office/drawing/2014/main" id="{0D08631C-FB73-646E-E4F5-B19660750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43F72-D795-612E-56C6-1B5CE5A96283}"/>
              </a:ext>
            </a:extLst>
          </p:cNvPr>
          <p:cNvSpPr/>
          <p:nvPr/>
        </p:nvSpPr>
        <p:spPr>
          <a:xfrm>
            <a:off x="3218068" y="1595401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Expériences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B8F5818D-986D-FC1D-AA16-267CC97BFE6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-12089" y="450033"/>
            <a:ext cx="2493974" cy="285722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prstClr val="black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DJATO</a:t>
            </a:r>
          </a:p>
          <a:p>
            <a:pPr algn="ctr"/>
            <a:r>
              <a:rPr lang="fr-FR" sz="18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Matieyendou</a:t>
            </a:r>
            <a:endParaRPr lang="fr-TG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fr-FR" sz="24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cxnSp>
        <p:nvCxnSpPr>
          <p:cNvPr id="36" name="Straight Connector 162">
            <a:extLst>
              <a:ext uri="{FF2B5EF4-FFF2-40B4-BE49-F238E27FC236}">
                <a16:creationId xmlns:a16="http://schemas.microsoft.com/office/drawing/2014/main" id="{EEE1D5D8-5720-83F6-C6E5-94E342E6B42C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209412" y="864230"/>
            <a:ext cx="206505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E4F343F-E3D9-E509-872D-4850BCE8028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161387" y="909792"/>
            <a:ext cx="2709278" cy="6180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Développeur d’application</a:t>
            </a:r>
            <a:endParaRPr kumimoji="0" lang="fr-FR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5D498A-E27A-6253-8403-D3F2FD0EC87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3746" y="1865410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Compétences techniques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Box 67">
            <a:extLst>
              <a:ext uri="{FF2B5EF4-FFF2-40B4-BE49-F238E27FC236}">
                <a16:creationId xmlns:a16="http://schemas.microsoft.com/office/drawing/2014/main" id="{844EBCF2-8712-915C-C630-E3BF114BC5E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-163680" y="2358560"/>
            <a:ext cx="267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FR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Langages : HTML, CSS, PHP, JavaScript,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3A80D6F-6713-D7E1-2C30-0C2292C3DB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-4502" y="3887062"/>
            <a:ext cx="2527765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Langues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Box 65">
            <a:extLst>
              <a:ext uri="{FF2B5EF4-FFF2-40B4-BE49-F238E27FC236}">
                <a16:creationId xmlns:a16="http://schemas.microsoft.com/office/drawing/2014/main" id="{6A97B2DC-86DB-C07E-A2D9-A88284CE4DD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5776" y="2877470"/>
            <a:ext cx="2569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 : Bootstrap, </a:t>
            </a:r>
            <a:r>
              <a:rPr lang="fr-FR" sz="1200" kern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fr-FR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kern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VueJS</a:t>
            </a:r>
            <a:r>
              <a:rPr lang="fr-FR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kern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NodeJS</a:t>
            </a:r>
            <a:r>
              <a:rPr lang="fr-FR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Express, Django</a:t>
            </a:r>
          </a:p>
          <a:p>
            <a:pPr lvl="0">
              <a:defRPr/>
            </a:pPr>
            <a:endParaRPr lang="fr-FR" sz="1200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fr-FR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 : MySQL, MongoDB</a:t>
            </a:r>
            <a:endParaRPr lang="en-US" sz="1200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15">
            <a:extLst>
              <a:ext uri="{FF2B5EF4-FFF2-40B4-BE49-F238E27FC236}">
                <a16:creationId xmlns:a16="http://schemas.microsoft.com/office/drawing/2014/main" id="{0E1311B4-10AC-04F4-FE10-77EB5849201F}"/>
              </a:ext>
            </a:extLst>
          </p:cNvPr>
          <p:cNvSpPr>
            <a:spLocks/>
          </p:cNvSpPr>
          <p:nvPr/>
        </p:nvSpPr>
        <p:spPr bwMode="auto">
          <a:xfrm>
            <a:off x="642979" y="4824057"/>
            <a:ext cx="0" cy="2962"/>
          </a:xfrm>
          <a:custGeom>
            <a:avLst/>
            <a:gdLst>
              <a:gd name="T0" fmla="*/ 0 h 26"/>
              <a:gd name="T1" fmla="*/ 21 h 26"/>
              <a:gd name="T2" fmla="*/ 26 h 26"/>
              <a:gd name="T3" fmla="*/ 0 h 26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6">
                <a:moveTo>
                  <a:pt x="0" y="0"/>
                </a:moveTo>
                <a:lnTo>
                  <a:pt x="0" y="21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Freeform 18">
            <a:extLst>
              <a:ext uri="{FF2B5EF4-FFF2-40B4-BE49-F238E27FC236}">
                <a16:creationId xmlns:a16="http://schemas.microsoft.com/office/drawing/2014/main" id="{422BC385-6FDE-F8F0-B7F0-377444BE9B93}"/>
              </a:ext>
            </a:extLst>
          </p:cNvPr>
          <p:cNvSpPr>
            <a:spLocks/>
          </p:cNvSpPr>
          <p:nvPr/>
        </p:nvSpPr>
        <p:spPr bwMode="auto">
          <a:xfrm>
            <a:off x="991771" y="4648254"/>
            <a:ext cx="0" cy="3703"/>
          </a:xfrm>
          <a:custGeom>
            <a:avLst/>
            <a:gdLst>
              <a:gd name="T0" fmla="*/ 1 w 1"/>
              <a:gd name="T1" fmla="*/ 0 h 35"/>
              <a:gd name="T2" fmla="*/ 1 w 1"/>
              <a:gd name="T3" fmla="*/ 5 h 35"/>
              <a:gd name="T4" fmla="*/ 1 w 1"/>
              <a:gd name="T5" fmla="*/ 35 h 35"/>
              <a:gd name="T6" fmla="*/ 1 w 1"/>
              <a:gd name="T7" fmla="*/ 31 h 35"/>
              <a:gd name="T8" fmla="*/ 0 w 1"/>
              <a:gd name="T9" fmla="*/ 26 h 35"/>
              <a:gd name="T10" fmla="*/ 1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1" y="0"/>
                </a:moveTo>
                <a:lnTo>
                  <a:pt x="1" y="5"/>
                </a:lnTo>
                <a:lnTo>
                  <a:pt x="1" y="35"/>
                </a:lnTo>
                <a:lnTo>
                  <a:pt x="1" y="31"/>
                </a:lnTo>
                <a:lnTo>
                  <a:pt x="0" y="26"/>
                </a:lnTo>
                <a:lnTo>
                  <a:pt x="1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Freeform 19">
            <a:extLst>
              <a:ext uri="{FF2B5EF4-FFF2-40B4-BE49-F238E27FC236}">
                <a16:creationId xmlns:a16="http://schemas.microsoft.com/office/drawing/2014/main" id="{5D07A54A-E88A-3F1E-D3B6-F01C6FEDB326}"/>
              </a:ext>
            </a:extLst>
          </p:cNvPr>
          <p:cNvSpPr>
            <a:spLocks/>
          </p:cNvSpPr>
          <p:nvPr/>
        </p:nvSpPr>
        <p:spPr bwMode="auto">
          <a:xfrm>
            <a:off x="642979" y="4826278"/>
            <a:ext cx="0" cy="3703"/>
          </a:xfrm>
          <a:custGeom>
            <a:avLst/>
            <a:gdLst>
              <a:gd name="T0" fmla="*/ 0 w 1"/>
              <a:gd name="T1" fmla="*/ 0 h 35"/>
              <a:gd name="T2" fmla="*/ 1 w 1"/>
              <a:gd name="T3" fmla="*/ 26 h 35"/>
              <a:gd name="T4" fmla="*/ 0 w 1"/>
              <a:gd name="T5" fmla="*/ 31 h 35"/>
              <a:gd name="T6" fmla="*/ 0 w 1"/>
              <a:gd name="T7" fmla="*/ 35 h 35"/>
              <a:gd name="T8" fmla="*/ 0 w 1"/>
              <a:gd name="T9" fmla="*/ 5 h 35"/>
              <a:gd name="T10" fmla="*/ 0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0" y="0"/>
                </a:moveTo>
                <a:lnTo>
                  <a:pt x="1" y="26"/>
                </a:lnTo>
                <a:lnTo>
                  <a:pt x="0" y="31"/>
                </a:lnTo>
                <a:lnTo>
                  <a:pt x="0" y="3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Box 103">
            <a:extLst>
              <a:ext uri="{FF2B5EF4-FFF2-40B4-BE49-F238E27FC236}">
                <a16:creationId xmlns:a16="http://schemas.microsoft.com/office/drawing/2014/main" id="{6B995752-FA9C-7769-E046-DF88DDD15CFE}"/>
              </a:ext>
            </a:extLst>
          </p:cNvPr>
          <p:cNvSpPr txBox="1"/>
          <p:nvPr/>
        </p:nvSpPr>
        <p:spPr>
          <a:xfrm>
            <a:off x="5027" y="4413982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err="1">
                <a:solidFill>
                  <a:srgbClr val="FFFFFF"/>
                </a:solidFill>
                <a:latin typeface="Arial"/>
              </a:rPr>
              <a:t>Français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1" name="TextBox 103">
            <a:extLst>
              <a:ext uri="{FF2B5EF4-FFF2-40B4-BE49-F238E27FC236}">
                <a16:creationId xmlns:a16="http://schemas.microsoft.com/office/drawing/2014/main" id="{903CDBC9-A2EB-6949-5723-D06EC530FA10}"/>
              </a:ext>
            </a:extLst>
          </p:cNvPr>
          <p:cNvSpPr txBox="1"/>
          <p:nvPr/>
        </p:nvSpPr>
        <p:spPr>
          <a:xfrm>
            <a:off x="6348" y="4830918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 err="1">
                <a:solidFill>
                  <a:srgbClr val="FFFFFF"/>
                </a:solidFill>
                <a:latin typeface="Arial"/>
              </a:rPr>
              <a:t>Anglais</a:t>
            </a:r>
            <a:endParaRPr lang="en-US" sz="1400" kern="0" noProof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Organigramme : Connecteur 32">
            <a:extLst>
              <a:ext uri="{FF2B5EF4-FFF2-40B4-BE49-F238E27FC236}">
                <a16:creationId xmlns:a16="http://schemas.microsoft.com/office/drawing/2014/main" id="{E8A53673-2A56-96C0-8734-DE922AD14D84}"/>
              </a:ext>
            </a:extLst>
          </p:cNvPr>
          <p:cNvSpPr/>
          <p:nvPr/>
        </p:nvSpPr>
        <p:spPr>
          <a:xfrm>
            <a:off x="972438" y="4514642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Organigramme : Connecteur 33">
            <a:extLst>
              <a:ext uri="{FF2B5EF4-FFF2-40B4-BE49-F238E27FC236}">
                <a16:creationId xmlns:a16="http://schemas.microsoft.com/office/drawing/2014/main" id="{8E870550-EEA2-7D36-16C6-F02A0120BC38}"/>
              </a:ext>
            </a:extLst>
          </p:cNvPr>
          <p:cNvSpPr/>
          <p:nvPr/>
        </p:nvSpPr>
        <p:spPr>
          <a:xfrm>
            <a:off x="1191950" y="4516040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Organigramme : Connecteur 37">
            <a:extLst>
              <a:ext uri="{FF2B5EF4-FFF2-40B4-BE49-F238E27FC236}">
                <a16:creationId xmlns:a16="http://schemas.microsoft.com/office/drawing/2014/main" id="{032F9755-462C-8019-1DE3-575863D0F896}"/>
              </a:ext>
            </a:extLst>
          </p:cNvPr>
          <p:cNvSpPr/>
          <p:nvPr/>
        </p:nvSpPr>
        <p:spPr>
          <a:xfrm>
            <a:off x="1419851" y="4517438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Organigramme : Connecteur 39">
            <a:extLst>
              <a:ext uri="{FF2B5EF4-FFF2-40B4-BE49-F238E27FC236}">
                <a16:creationId xmlns:a16="http://schemas.microsoft.com/office/drawing/2014/main" id="{C5895502-5A34-498B-77B8-B0DFB203437C}"/>
              </a:ext>
            </a:extLst>
          </p:cNvPr>
          <p:cNvSpPr/>
          <p:nvPr/>
        </p:nvSpPr>
        <p:spPr>
          <a:xfrm>
            <a:off x="1656141" y="4518836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Organigramme : Connecteur 40">
            <a:extLst>
              <a:ext uri="{FF2B5EF4-FFF2-40B4-BE49-F238E27FC236}">
                <a16:creationId xmlns:a16="http://schemas.microsoft.com/office/drawing/2014/main" id="{34D9FF4B-7BC3-7E60-3AA9-284FEE17EF22}"/>
              </a:ext>
            </a:extLst>
          </p:cNvPr>
          <p:cNvSpPr/>
          <p:nvPr/>
        </p:nvSpPr>
        <p:spPr>
          <a:xfrm>
            <a:off x="1892431" y="4519937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Organigramme : Connecteur 42">
            <a:extLst>
              <a:ext uri="{FF2B5EF4-FFF2-40B4-BE49-F238E27FC236}">
                <a16:creationId xmlns:a16="http://schemas.microsoft.com/office/drawing/2014/main" id="{5E186DD1-7731-EDCB-0930-1F5D17DD6825}"/>
              </a:ext>
            </a:extLst>
          </p:cNvPr>
          <p:cNvSpPr/>
          <p:nvPr/>
        </p:nvSpPr>
        <p:spPr>
          <a:xfrm>
            <a:off x="972945" y="4911141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Organigramme : Connecteur 43">
            <a:extLst>
              <a:ext uri="{FF2B5EF4-FFF2-40B4-BE49-F238E27FC236}">
                <a16:creationId xmlns:a16="http://schemas.microsoft.com/office/drawing/2014/main" id="{234F1422-B8A5-20D7-7045-14B57E7FB26A}"/>
              </a:ext>
            </a:extLst>
          </p:cNvPr>
          <p:cNvSpPr/>
          <p:nvPr/>
        </p:nvSpPr>
        <p:spPr>
          <a:xfrm>
            <a:off x="1192457" y="4912539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Organigramme : Connecteur 47">
            <a:extLst>
              <a:ext uri="{FF2B5EF4-FFF2-40B4-BE49-F238E27FC236}">
                <a16:creationId xmlns:a16="http://schemas.microsoft.com/office/drawing/2014/main" id="{DBD8D226-DE22-E9A1-7BCC-B401E26E07B9}"/>
              </a:ext>
            </a:extLst>
          </p:cNvPr>
          <p:cNvSpPr/>
          <p:nvPr/>
        </p:nvSpPr>
        <p:spPr>
          <a:xfrm>
            <a:off x="1656648" y="4915335"/>
            <a:ext cx="150590" cy="150590"/>
          </a:xfrm>
          <a:prstGeom prst="flowChartConnector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Organigramme : Connecteur 48">
            <a:extLst>
              <a:ext uri="{FF2B5EF4-FFF2-40B4-BE49-F238E27FC236}">
                <a16:creationId xmlns:a16="http://schemas.microsoft.com/office/drawing/2014/main" id="{0C43D820-C2BC-D205-157E-472C4B4718EE}"/>
              </a:ext>
            </a:extLst>
          </p:cNvPr>
          <p:cNvSpPr/>
          <p:nvPr/>
        </p:nvSpPr>
        <p:spPr>
          <a:xfrm>
            <a:off x="1892938" y="4908344"/>
            <a:ext cx="150590" cy="150590"/>
          </a:xfrm>
          <a:prstGeom prst="flowChartConnector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Organigramme : Connecteur 54">
            <a:extLst>
              <a:ext uri="{FF2B5EF4-FFF2-40B4-BE49-F238E27FC236}">
                <a16:creationId xmlns:a16="http://schemas.microsoft.com/office/drawing/2014/main" id="{D32EDAF9-7C8A-CEB4-01EF-BA9520824ED0}"/>
              </a:ext>
            </a:extLst>
          </p:cNvPr>
          <p:cNvSpPr/>
          <p:nvPr/>
        </p:nvSpPr>
        <p:spPr>
          <a:xfrm>
            <a:off x="1415511" y="4908344"/>
            <a:ext cx="150590" cy="150590"/>
          </a:xfrm>
          <a:prstGeom prst="flowChartConnector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3B90B0-8240-BF6C-0E45-9F35E4F76C5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941577" y="5883852"/>
            <a:ext cx="8749680" cy="82945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00050" lvl="0" indent="-173038">
              <a:buFont typeface="Arial" panose="020B0604020202020204" pitchFamily="34" charset="0"/>
              <a:buChar char="•"/>
              <a:defRPr/>
            </a:pPr>
            <a:endParaRPr lang="fr-CA" sz="500" kern="0" dirty="0">
              <a:solidFill>
                <a:srgbClr val="FFFFFF">
                  <a:lumMod val="50000"/>
                </a:srgbClr>
              </a:solidFill>
            </a:endParaRP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r>
              <a:rPr lang="en-US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2019 </a:t>
            </a:r>
            <a:r>
              <a:rPr lang="fr-FR" sz="1100" dirty="0">
                <a:solidFill>
                  <a:srgbClr val="7F7F7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|</a:t>
            </a:r>
            <a:r>
              <a:rPr lang="en-US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Licence</a:t>
            </a:r>
            <a:r>
              <a:rPr lang="en-US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Professionnelle</a:t>
            </a:r>
            <a:r>
              <a:rPr lang="en-US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Architecture des </a:t>
            </a:r>
            <a:r>
              <a:rPr lang="en-US" sz="115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logiciels</a:t>
            </a:r>
            <a:r>
              <a:rPr lang="fr-FR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ESGIS Togo</a:t>
            </a: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r>
              <a:rPr lang="fr-FR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 </a:t>
            </a:r>
            <a:r>
              <a:rPr lang="fr-FR" sz="1100" dirty="0">
                <a:solidFill>
                  <a:srgbClr val="7F7F7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|</a:t>
            </a:r>
            <a:r>
              <a:rPr lang="fr-FR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Baccalauréat série scientifique – </a:t>
            </a:r>
            <a:r>
              <a:rPr lang="fr-FR" sz="115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Maratho</a:t>
            </a:r>
            <a:r>
              <a:rPr lang="fr-FR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Togo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3AB694A-8119-783C-0D63-89E8395BF80C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3283441" y="5748370"/>
            <a:ext cx="1294935" cy="86743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endParaRPr lang="en-GB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04A2B2-95FA-6D61-EB48-946E64C0F6F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221384" y="5676638"/>
            <a:ext cx="3360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Education  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60" name="Group 9">
            <a:extLst>
              <a:ext uri="{FF2B5EF4-FFF2-40B4-BE49-F238E27FC236}">
                <a16:creationId xmlns:a16="http://schemas.microsoft.com/office/drawing/2014/main" id="{C4DDBD9D-26AC-2796-8D06-6FD0B2DF914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2669638" y="5642599"/>
            <a:ext cx="552985" cy="552985"/>
            <a:chOff x="11915507" y="641751"/>
            <a:chExt cx="552985" cy="552985"/>
          </a:xfrm>
        </p:grpSpPr>
        <p:sp>
          <p:nvSpPr>
            <p:cNvPr id="63" name="Oval 6">
              <a:extLst>
                <a:ext uri="{FF2B5EF4-FFF2-40B4-BE49-F238E27FC236}">
                  <a16:creationId xmlns:a16="http://schemas.microsoft.com/office/drawing/2014/main" id="{4B89F3AC-B3F1-1F8D-280E-2094E651D2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15507" y="641751"/>
              <a:ext cx="552985" cy="5529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4" name="Group 5">
              <a:extLst>
                <a:ext uri="{FF2B5EF4-FFF2-40B4-BE49-F238E27FC236}">
                  <a16:creationId xmlns:a16="http://schemas.microsoft.com/office/drawing/2014/main" id="{C3F438D9-C280-C4F7-2E94-2FA4E0516860}"/>
                </a:ext>
              </a:extLst>
            </p:cNvPr>
            <p:cNvGrpSpPr/>
            <p:nvPr/>
          </p:nvGrpSpPr>
          <p:grpSpPr>
            <a:xfrm>
              <a:off x="12019598" y="762648"/>
              <a:ext cx="344803" cy="311190"/>
              <a:chOff x="5994732" y="201531"/>
              <a:chExt cx="344803" cy="311190"/>
            </a:xfrm>
            <a:solidFill>
              <a:schemeClr val="bg1"/>
            </a:solidFill>
          </p:grpSpPr>
          <p:sp>
            <p:nvSpPr>
              <p:cNvPr id="65" name="Rectangle 95">
                <a:extLst>
                  <a:ext uri="{FF2B5EF4-FFF2-40B4-BE49-F238E27FC236}">
                    <a16:creationId xmlns:a16="http://schemas.microsoft.com/office/drawing/2014/main" id="{8FA74EEF-6310-4D91-CC53-8E87800D4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Freeform 96">
                <a:extLst>
                  <a:ext uri="{FF2B5EF4-FFF2-40B4-BE49-F238E27FC236}">
                    <a16:creationId xmlns:a16="http://schemas.microsoft.com/office/drawing/2014/main" id="{2BAFAE4D-C3AA-F221-21BA-ED78DAB45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3763" y="201531"/>
                <a:ext cx="86743" cy="26023"/>
              </a:xfrm>
              <a:custGeom>
                <a:avLst/>
                <a:gdLst>
                  <a:gd name="T0" fmla="*/ 111 w 558"/>
                  <a:gd name="T1" fmla="*/ 0 h 168"/>
                  <a:gd name="T2" fmla="*/ 447 w 558"/>
                  <a:gd name="T3" fmla="*/ 0 h 168"/>
                  <a:gd name="T4" fmla="*/ 472 w 558"/>
                  <a:gd name="T5" fmla="*/ 3 h 168"/>
                  <a:gd name="T6" fmla="*/ 495 w 558"/>
                  <a:gd name="T7" fmla="*/ 12 h 168"/>
                  <a:gd name="T8" fmla="*/ 516 w 558"/>
                  <a:gd name="T9" fmla="*/ 25 h 168"/>
                  <a:gd name="T10" fmla="*/ 533 w 558"/>
                  <a:gd name="T11" fmla="*/ 42 h 168"/>
                  <a:gd name="T12" fmla="*/ 546 w 558"/>
                  <a:gd name="T13" fmla="*/ 63 h 168"/>
                  <a:gd name="T14" fmla="*/ 555 w 558"/>
                  <a:gd name="T15" fmla="*/ 86 h 168"/>
                  <a:gd name="T16" fmla="*/ 558 w 558"/>
                  <a:gd name="T17" fmla="*/ 111 h 168"/>
                  <a:gd name="T18" fmla="*/ 558 w 558"/>
                  <a:gd name="T19" fmla="*/ 168 h 168"/>
                  <a:gd name="T20" fmla="*/ 0 w 558"/>
                  <a:gd name="T21" fmla="*/ 168 h 168"/>
                  <a:gd name="T22" fmla="*/ 0 w 558"/>
                  <a:gd name="T23" fmla="*/ 111 h 168"/>
                  <a:gd name="T24" fmla="*/ 3 w 558"/>
                  <a:gd name="T25" fmla="*/ 86 h 168"/>
                  <a:gd name="T26" fmla="*/ 12 w 558"/>
                  <a:gd name="T27" fmla="*/ 63 h 168"/>
                  <a:gd name="T28" fmla="*/ 25 w 558"/>
                  <a:gd name="T29" fmla="*/ 42 h 168"/>
                  <a:gd name="T30" fmla="*/ 42 w 558"/>
                  <a:gd name="T31" fmla="*/ 25 h 168"/>
                  <a:gd name="T32" fmla="*/ 63 w 558"/>
                  <a:gd name="T33" fmla="*/ 12 h 168"/>
                  <a:gd name="T34" fmla="*/ 86 w 558"/>
                  <a:gd name="T35" fmla="*/ 3 h 168"/>
                  <a:gd name="T36" fmla="*/ 111 w 558"/>
                  <a:gd name="T3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8" h="168">
                    <a:moveTo>
                      <a:pt x="111" y="0"/>
                    </a:moveTo>
                    <a:lnTo>
                      <a:pt x="447" y="0"/>
                    </a:lnTo>
                    <a:lnTo>
                      <a:pt x="472" y="3"/>
                    </a:lnTo>
                    <a:lnTo>
                      <a:pt x="495" y="12"/>
                    </a:lnTo>
                    <a:lnTo>
                      <a:pt x="516" y="25"/>
                    </a:lnTo>
                    <a:lnTo>
                      <a:pt x="533" y="42"/>
                    </a:lnTo>
                    <a:lnTo>
                      <a:pt x="546" y="63"/>
                    </a:lnTo>
                    <a:lnTo>
                      <a:pt x="555" y="86"/>
                    </a:lnTo>
                    <a:lnTo>
                      <a:pt x="558" y="111"/>
                    </a:lnTo>
                    <a:lnTo>
                      <a:pt x="558" y="168"/>
                    </a:lnTo>
                    <a:lnTo>
                      <a:pt x="0" y="168"/>
                    </a:lnTo>
                    <a:lnTo>
                      <a:pt x="0" y="111"/>
                    </a:lnTo>
                    <a:lnTo>
                      <a:pt x="3" y="86"/>
                    </a:lnTo>
                    <a:lnTo>
                      <a:pt x="12" y="63"/>
                    </a:lnTo>
                    <a:lnTo>
                      <a:pt x="25" y="42"/>
                    </a:lnTo>
                    <a:lnTo>
                      <a:pt x="42" y="25"/>
                    </a:lnTo>
                    <a:lnTo>
                      <a:pt x="63" y="12"/>
                    </a:lnTo>
                    <a:lnTo>
                      <a:pt x="86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Rectangle 97">
                <a:extLst>
                  <a:ext uri="{FF2B5EF4-FFF2-40B4-BE49-F238E27FC236}">
                    <a16:creationId xmlns:a16="http://schemas.microsoft.com/office/drawing/2014/main" id="{3FB2DE44-E121-D4AA-39AB-F07E8931E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252493"/>
                <a:ext cx="86743" cy="15613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Freeform 98">
                <a:extLst>
                  <a:ext uri="{FF2B5EF4-FFF2-40B4-BE49-F238E27FC236}">
                    <a16:creationId xmlns:a16="http://schemas.microsoft.com/office/drawing/2014/main" id="{3D21F01F-4CF5-40E0-76D1-3BB572AC49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7854" y="236229"/>
                <a:ext cx="68310" cy="24939"/>
              </a:xfrm>
              <a:custGeom>
                <a:avLst/>
                <a:gdLst>
                  <a:gd name="T0" fmla="*/ 111 w 445"/>
                  <a:gd name="T1" fmla="*/ 0 h 166"/>
                  <a:gd name="T2" fmla="*/ 334 w 445"/>
                  <a:gd name="T3" fmla="*/ 0 h 166"/>
                  <a:gd name="T4" fmla="*/ 360 w 445"/>
                  <a:gd name="T5" fmla="*/ 2 h 166"/>
                  <a:gd name="T6" fmla="*/ 384 w 445"/>
                  <a:gd name="T7" fmla="*/ 11 h 166"/>
                  <a:gd name="T8" fmla="*/ 404 w 445"/>
                  <a:gd name="T9" fmla="*/ 24 h 166"/>
                  <a:gd name="T10" fmla="*/ 421 w 445"/>
                  <a:gd name="T11" fmla="*/ 41 h 166"/>
                  <a:gd name="T12" fmla="*/ 434 w 445"/>
                  <a:gd name="T13" fmla="*/ 61 h 166"/>
                  <a:gd name="T14" fmla="*/ 443 w 445"/>
                  <a:gd name="T15" fmla="*/ 85 h 166"/>
                  <a:gd name="T16" fmla="*/ 445 w 445"/>
                  <a:gd name="T17" fmla="*/ 111 h 166"/>
                  <a:gd name="T18" fmla="*/ 445 w 445"/>
                  <a:gd name="T19" fmla="*/ 166 h 166"/>
                  <a:gd name="T20" fmla="*/ 0 w 445"/>
                  <a:gd name="T21" fmla="*/ 166 h 166"/>
                  <a:gd name="T22" fmla="*/ 0 w 445"/>
                  <a:gd name="T23" fmla="*/ 111 h 166"/>
                  <a:gd name="T24" fmla="*/ 3 w 445"/>
                  <a:gd name="T25" fmla="*/ 85 h 166"/>
                  <a:gd name="T26" fmla="*/ 10 w 445"/>
                  <a:gd name="T27" fmla="*/ 61 h 166"/>
                  <a:gd name="T28" fmla="*/ 24 w 445"/>
                  <a:gd name="T29" fmla="*/ 41 h 166"/>
                  <a:gd name="T30" fmla="*/ 42 w 445"/>
                  <a:gd name="T31" fmla="*/ 24 h 166"/>
                  <a:gd name="T32" fmla="*/ 62 w 445"/>
                  <a:gd name="T33" fmla="*/ 11 h 166"/>
                  <a:gd name="T34" fmla="*/ 85 w 445"/>
                  <a:gd name="T35" fmla="*/ 2 h 166"/>
                  <a:gd name="T36" fmla="*/ 111 w 445"/>
                  <a:gd name="T37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6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2"/>
                    </a:lnTo>
                    <a:lnTo>
                      <a:pt x="384" y="11"/>
                    </a:lnTo>
                    <a:lnTo>
                      <a:pt x="404" y="24"/>
                    </a:lnTo>
                    <a:lnTo>
                      <a:pt x="421" y="41"/>
                    </a:lnTo>
                    <a:lnTo>
                      <a:pt x="434" y="61"/>
                    </a:lnTo>
                    <a:lnTo>
                      <a:pt x="443" y="85"/>
                    </a:lnTo>
                    <a:lnTo>
                      <a:pt x="445" y="111"/>
                    </a:lnTo>
                    <a:lnTo>
                      <a:pt x="445" y="166"/>
                    </a:lnTo>
                    <a:lnTo>
                      <a:pt x="0" y="166"/>
                    </a:lnTo>
                    <a:lnTo>
                      <a:pt x="0" y="111"/>
                    </a:lnTo>
                    <a:lnTo>
                      <a:pt x="3" y="85"/>
                    </a:lnTo>
                    <a:lnTo>
                      <a:pt x="10" y="61"/>
                    </a:lnTo>
                    <a:lnTo>
                      <a:pt x="24" y="41"/>
                    </a:lnTo>
                    <a:lnTo>
                      <a:pt x="42" y="24"/>
                    </a:lnTo>
                    <a:lnTo>
                      <a:pt x="62" y="11"/>
                    </a:lnTo>
                    <a:lnTo>
                      <a:pt x="85" y="2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9" name="Rectangle 99">
                <a:extLst>
                  <a:ext uri="{FF2B5EF4-FFF2-40B4-BE49-F238E27FC236}">
                    <a16:creationId xmlns:a16="http://schemas.microsoft.com/office/drawing/2014/main" id="{F48E485F-6C7A-1820-8DF3-BED844840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287190"/>
                <a:ext cx="68310" cy="12144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0" name="Rectangle 100">
                <a:extLst>
                  <a:ext uri="{FF2B5EF4-FFF2-40B4-BE49-F238E27FC236}">
                    <a16:creationId xmlns:a16="http://schemas.microsoft.com/office/drawing/2014/main" id="{844CC915-1757-24A2-6771-D5BDFE4CD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434653"/>
                <a:ext cx="86743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1" name="Freeform 101">
                <a:extLst>
                  <a:ext uri="{FF2B5EF4-FFF2-40B4-BE49-F238E27FC236}">
                    <a16:creationId xmlns:a16="http://schemas.microsoft.com/office/drawing/2014/main" id="{402D8DFA-0B27-E31F-7AEF-B97ABEC37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8104" y="269841"/>
                <a:ext cx="68310" cy="26023"/>
              </a:xfrm>
              <a:custGeom>
                <a:avLst/>
                <a:gdLst>
                  <a:gd name="T0" fmla="*/ 111 w 445"/>
                  <a:gd name="T1" fmla="*/ 0 h 167"/>
                  <a:gd name="T2" fmla="*/ 334 w 445"/>
                  <a:gd name="T3" fmla="*/ 0 h 167"/>
                  <a:gd name="T4" fmla="*/ 360 w 445"/>
                  <a:gd name="T5" fmla="*/ 3 h 167"/>
                  <a:gd name="T6" fmla="*/ 383 w 445"/>
                  <a:gd name="T7" fmla="*/ 10 h 167"/>
                  <a:gd name="T8" fmla="*/ 403 w 445"/>
                  <a:gd name="T9" fmla="*/ 24 h 167"/>
                  <a:gd name="T10" fmla="*/ 421 w 445"/>
                  <a:gd name="T11" fmla="*/ 41 h 167"/>
                  <a:gd name="T12" fmla="*/ 435 w 445"/>
                  <a:gd name="T13" fmla="*/ 62 h 167"/>
                  <a:gd name="T14" fmla="*/ 442 w 445"/>
                  <a:gd name="T15" fmla="*/ 85 h 167"/>
                  <a:gd name="T16" fmla="*/ 445 w 445"/>
                  <a:gd name="T17" fmla="*/ 111 h 167"/>
                  <a:gd name="T18" fmla="*/ 445 w 445"/>
                  <a:gd name="T19" fmla="*/ 167 h 167"/>
                  <a:gd name="T20" fmla="*/ 0 w 445"/>
                  <a:gd name="T21" fmla="*/ 167 h 167"/>
                  <a:gd name="T22" fmla="*/ 0 w 445"/>
                  <a:gd name="T23" fmla="*/ 111 h 167"/>
                  <a:gd name="T24" fmla="*/ 2 w 445"/>
                  <a:gd name="T25" fmla="*/ 85 h 167"/>
                  <a:gd name="T26" fmla="*/ 11 w 445"/>
                  <a:gd name="T27" fmla="*/ 62 h 167"/>
                  <a:gd name="T28" fmla="*/ 24 w 445"/>
                  <a:gd name="T29" fmla="*/ 41 h 167"/>
                  <a:gd name="T30" fmla="*/ 41 w 445"/>
                  <a:gd name="T31" fmla="*/ 24 h 167"/>
                  <a:gd name="T32" fmla="*/ 61 w 445"/>
                  <a:gd name="T33" fmla="*/ 10 h 167"/>
                  <a:gd name="T34" fmla="*/ 85 w 445"/>
                  <a:gd name="T35" fmla="*/ 3 h 167"/>
                  <a:gd name="T36" fmla="*/ 111 w 445"/>
                  <a:gd name="T37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7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3"/>
                    </a:lnTo>
                    <a:lnTo>
                      <a:pt x="383" y="10"/>
                    </a:lnTo>
                    <a:lnTo>
                      <a:pt x="403" y="24"/>
                    </a:lnTo>
                    <a:lnTo>
                      <a:pt x="421" y="41"/>
                    </a:lnTo>
                    <a:lnTo>
                      <a:pt x="435" y="62"/>
                    </a:lnTo>
                    <a:lnTo>
                      <a:pt x="442" y="85"/>
                    </a:lnTo>
                    <a:lnTo>
                      <a:pt x="445" y="111"/>
                    </a:lnTo>
                    <a:lnTo>
                      <a:pt x="445" y="167"/>
                    </a:lnTo>
                    <a:lnTo>
                      <a:pt x="0" y="167"/>
                    </a:lnTo>
                    <a:lnTo>
                      <a:pt x="0" y="111"/>
                    </a:lnTo>
                    <a:lnTo>
                      <a:pt x="2" y="85"/>
                    </a:lnTo>
                    <a:lnTo>
                      <a:pt x="11" y="62"/>
                    </a:lnTo>
                    <a:lnTo>
                      <a:pt x="24" y="41"/>
                    </a:lnTo>
                    <a:lnTo>
                      <a:pt x="41" y="24"/>
                    </a:lnTo>
                    <a:lnTo>
                      <a:pt x="61" y="10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Freeform 102">
                <a:extLst>
                  <a:ext uri="{FF2B5EF4-FFF2-40B4-BE49-F238E27FC236}">
                    <a16:creationId xmlns:a16="http://schemas.microsoft.com/office/drawing/2014/main" id="{664974B9-ACCE-D759-928D-A552D357B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4732" y="478024"/>
                <a:ext cx="344803" cy="34697"/>
              </a:xfrm>
              <a:custGeom>
                <a:avLst/>
                <a:gdLst>
                  <a:gd name="T0" fmla="*/ 111 w 2230"/>
                  <a:gd name="T1" fmla="*/ 0 h 224"/>
                  <a:gd name="T2" fmla="*/ 2119 w 2230"/>
                  <a:gd name="T3" fmla="*/ 0 h 224"/>
                  <a:gd name="T4" fmla="*/ 2145 w 2230"/>
                  <a:gd name="T5" fmla="*/ 3 h 224"/>
                  <a:gd name="T6" fmla="*/ 2168 w 2230"/>
                  <a:gd name="T7" fmla="*/ 12 h 224"/>
                  <a:gd name="T8" fmla="*/ 2189 w 2230"/>
                  <a:gd name="T9" fmla="*/ 25 h 224"/>
                  <a:gd name="T10" fmla="*/ 2207 w 2230"/>
                  <a:gd name="T11" fmla="*/ 42 h 224"/>
                  <a:gd name="T12" fmla="*/ 2220 w 2230"/>
                  <a:gd name="T13" fmla="*/ 63 h 224"/>
                  <a:gd name="T14" fmla="*/ 2228 w 2230"/>
                  <a:gd name="T15" fmla="*/ 86 h 224"/>
                  <a:gd name="T16" fmla="*/ 2230 w 2230"/>
                  <a:gd name="T17" fmla="*/ 111 h 224"/>
                  <a:gd name="T18" fmla="*/ 2228 w 2230"/>
                  <a:gd name="T19" fmla="*/ 137 h 224"/>
                  <a:gd name="T20" fmla="*/ 2220 w 2230"/>
                  <a:gd name="T21" fmla="*/ 161 h 224"/>
                  <a:gd name="T22" fmla="*/ 2207 w 2230"/>
                  <a:gd name="T23" fmla="*/ 182 h 224"/>
                  <a:gd name="T24" fmla="*/ 2189 w 2230"/>
                  <a:gd name="T25" fmla="*/ 199 h 224"/>
                  <a:gd name="T26" fmla="*/ 2168 w 2230"/>
                  <a:gd name="T27" fmla="*/ 212 h 224"/>
                  <a:gd name="T28" fmla="*/ 2145 w 2230"/>
                  <a:gd name="T29" fmla="*/ 221 h 224"/>
                  <a:gd name="T30" fmla="*/ 2119 w 2230"/>
                  <a:gd name="T31" fmla="*/ 224 h 224"/>
                  <a:gd name="T32" fmla="*/ 111 w 2230"/>
                  <a:gd name="T33" fmla="*/ 224 h 224"/>
                  <a:gd name="T34" fmla="*/ 85 w 2230"/>
                  <a:gd name="T35" fmla="*/ 221 h 224"/>
                  <a:gd name="T36" fmla="*/ 62 w 2230"/>
                  <a:gd name="T37" fmla="*/ 212 h 224"/>
                  <a:gd name="T38" fmla="*/ 41 w 2230"/>
                  <a:gd name="T39" fmla="*/ 199 h 224"/>
                  <a:gd name="T40" fmla="*/ 23 w 2230"/>
                  <a:gd name="T41" fmla="*/ 182 h 224"/>
                  <a:gd name="T42" fmla="*/ 10 w 2230"/>
                  <a:gd name="T43" fmla="*/ 161 h 224"/>
                  <a:gd name="T44" fmla="*/ 2 w 2230"/>
                  <a:gd name="T45" fmla="*/ 137 h 224"/>
                  <a:gd name="T46" fmla="*/ 0 w 2230"/>
                  <a:gd name="T47" fmla="*/ 111 h 224"/>
                  <a:gd name="T48" fmla="*/ 2 w 2230"/>
                  <a:gd name="T49" fmla="*/ 86 h 224"/>
                  <a:gd name="T50" fmla="*/ 10 w 2230"/>
                  <a:gd name="T51" fmla="*/ 63 h 224"/>
                  <a:gd name="T52" fmla="*/ 23 w 2230"/>
                  <a:gd name="T53" fmla="*/ 42 h 224"/>
                  <a:gd name="T54" fmla="*/ 41 w 2230"/>
                  <a:gd name="T55" fmla="*/ 25 h 224"/>
                  <a:gd name="T56" fmla="*/ 62 w 2230"/>
                  <a:gd name="T57" fmla="*/ 12 h 224"/>
                  <a:gd name="T58" fmla="*/ 85 w 2230"/>
                  <a:gd name="T59" fmla="*/ 3 h 224"/>
                  <a:gd name="T60" fmla="*/ 111 w 2230"/>
                  <a:gd name="T61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30" h="224">
                    <a:moveTo>
                      <a:pt x="111" y="0"/>
                    </a:moveTo>
                    <a:lnTo>
                      <a:pt x="2119" y="0"/>
                    </a:lnTo>
                    <a:lnTo>
                      <a:pt x="2145" y="3"/>
                    </a:lnTo>
                    <a:lnTo>
                      <a:pt x="2168" y="12"/>
                    </a:lnTo>
                    <a:lnTo>
                      <a:pt x="2189" y="25"/>
                    </a:lnTo>
                    <a:lnTo>
                      <a:pt x="2207" y="42"/>
                    </a:lnTo>
                    <a:lnTo>
                      <a:pt x="2220" y="63"/>
                    </a:lnTo>
                    <a:lnTo>
                      <a:pt x="2228" y="86"/>
                    </a:lnTo>
                    <a:lnTo>
                      <a:pt x="2230" y="111"/>
                    </a:lnTo>
                    <a:lnTo>
                      <a:pt x="2228" y="137"/>
                    </a:lnTo>
                    <a:lnTo>
                      <a:pt x="2220" y="161"/>
                    </a:lnTo>
                    <a:lnTo>
                      <a:pt x="2207" y="182"/>
                    </a:lnTo>
                    <a:lnTo>
                      <a:pt x="2189" y="199"/>
                    </a:lnTo>
                    <a:lnTo>
                      <a:pt x="2168" y="212"/>
                    </a:lnTo>
                    <a:lnTo>
                      <a:pt x="2145" y="221"/>
                    </a:lnTo>
                    <a:lnTo>
                      <a:pt x="2119" y="224"/>
                    </a:lnTo>
                    <a:lnTo>
                      <a:pt x="111" y="224"/>
                    </a:lnTo>
                    <a:lnTo>
                      <a:pt x="85" y="221"/>
                    </a:lnTo>
                    <a:lnTo>
                      <a:pt x="62" y="212"/>
                    </a:lnTo>
                    <a:lnTo>
                      <a:pt x="41" y="199"/>
                    </a:lnTo>
                    <a:lnTo>
                      <a:pt x="23" y="182"/>
                    </a:lnTo>
                    <a:lnTo>
                      <a:pt x="10" y="161"/>
                    </a:lnTo>
                    <a:lnTo>
                      <a:pt x="2" y="137"/>
                    </a:lnTo>
                    <a:lnTo>
                      <a:pt x="0" y="111"/>
                    </a:lnTo>
                    <a:lnTo>
                      <a:pt x="2" y="86"/>
                    </a:lnTo>
                    <a:lnTo>
                      <a:pt x="10" y="63"/>
                    </a:lnTo>
                    <a:lnTo>
                      <a:pt x="23" y="42"/>
                    </a:lnTo>
                    <a:lnTo>
                      <a:pt x="41" y="25"/>
                    </a:lnTo>
                    <a:lnTo>
                      <a:pt x="62" y="12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Rectangle 103">
                <a:extLst>
                  <a:ext uri="{FF2B5EF4-FFF2-40B4-BE49-F238E27FC236}">
                    <a16:creationId xmlns:a16="http://schemas.microsoft.com/office/drawing/2014/main" id="{0AAE016B-15B8-FF3A-3B5D-2B542B8C4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321887"/>
                <a:ext cx="68310" cy="8674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6" name="Rectangle 104">
                <a:extLst>
                  <a:ext uri="{FF2B5EF4-FFF2-40B4-BE49-F238E27FC236}">
                    <a16:creationId xmlns:a16="http://schemas.microsoft.com/office/drawing/2014/main" id="{70E411C7-0A9F-2650-65AC-0CBC507A6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9A6F784E-FD2A-93B1-9D4A-43D7BCFC20E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190" y="2847167"/>
            <a:ext cx="1559476" cy="540291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35E4F530-536A-90E0-EB6B-B08AEE76B6F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528" y="3744466"/>
            <a:ext cx="1818578" cy="544246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CC187793-A9D7-5FD1-7ADE-BBC0C0CF61D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412" y="4391676"/>
            <a:ext cx="1383522" cy="138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021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4578</TotalTime>
  <Words>299</Words>
  <Application>Microsoft Office PowerPoint</Application>
  <PresentationFormat>Grand écran</PresentationFormat>
  <Paragraphs>36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costumer 64</dc:creator>
  <cp:lastModifiedBy>costumer 64</cp:lastModifiedBy>
  <cp:revision>39</cp:revision>
  <dcterms:created xsi:type="dcterms:W3CDTF">2022-10-06T13:16:20Z</dcterms:created>
  <dcterms:modified xsi:type="dcterms:W3CDTF">2023-03-24T09:45:57Z</dcterms:modified>
</cp:coreProperties>
</file>