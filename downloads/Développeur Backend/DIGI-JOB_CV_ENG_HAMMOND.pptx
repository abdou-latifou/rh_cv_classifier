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defaultTextStyle>
    <a:defPPr>
      <a:defRPr lang="fr-T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1616"/>
    <a:srgbClr val="C254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CBD36-9BB8-48CE-9947-619BC0A6F366}" type="datetimeFigureOut">
              <a:rPr lang="fr-FR" smtClean="0"/>
              <a:t>20/02/2024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30547C-A865-40F4-A121-B1AFD5BD20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247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6C3DD6-F0B1-1ADF-7822-2680FA3335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564" y="2645929"/>
            <a:ext cx="10515600" cy="1325563"/>
          </a:xfrm>
        </p:spPr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Titres</a:t>
            </a:r>
            <a:endParaRPr lang="fr-TG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D78BA6D-1FAC-6C8F-9FBE-BF8FF1C1F460}"/>
              </a:ext>
            </a:extLst>
          </p:cNvPr>
          <p:cNvSpPr txBox="1">
            <a:spLocks/>
          </p:cNvSpPr>
          <p:nvPr userDrawn="1"/>
        </p:nvSpPr>
        <p:spPr>
          <a:xfrm>
            <a:off x="422563" y="6356349"/>
            <a:ext cx="3484419" cy="365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 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2022 </a:t>
            </a:r>
            <a:r>
              <a:rPr lang="fr-FR" sz="14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wearedigijob</a:t>
            </a: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CONFIDENTIEL</a:t>
            </a:r>
            <a:endParaRPr lang="fr-TG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7" descr="TECHNOLOGIE PARTICULE BY DIGIJOB">
            <a:extLst>
              <a:ext uri="{FF2B5EF4-FFF2-40B4-BE49-F238E27FC236}">
                <a16:creationId xmlns:a16="http://schemas.microsoft.com/office/drawing/2014/main" id="{802FD084-EAA5-545A-51BB-AFAF66E380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248" y="-120290"/>
            <a:ext cx="9700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28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A6AB10-64F6-58FC-453E-D5DFEF49C619}"/>
              </a:ext>
            </a:extLst>
          </p:cNvPr>
          <p:cNvSpPr/>
          <p:nvPr userDrawn="1"/>
        </p:nvSpPr>
        <p:spPr>
          <a:xfrm>
            <a:off x="-1" y="0"/>
            <a:ext cx="2526891" cy="6858000"/>
          </a:xfrm>
          <a:prstGeom prst="rect">
            <a:avLst/>
          </a:prstGeom>
          <a:gradFill>
            <a:gsLst>
              <a:gs pos="0">
                <a:srgbClr val="FF1616"/>
              </a:gs>
              <a:gs pos="100000">
                <a:srgbClr val="C2545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889436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619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77C10B4-13F6-C77B-5F34-9D2A68B3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0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TG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476AE3-38A3-B107-0966-7BAE474BB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16A552-054D-AC08-C4C4-622C5892B6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5F1F8-5550-4822-B94C-D1AD37B41718}" type="slidenum">
              <a:rPr lang="fr-TG" smtClean="0"/>
              <a:t>‹N°›</a:t>
            </a:fld>
            <a:endParaRPr lang="fr-T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3F568A-918D-013D-9997-B084A660D2C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rgbClr val="FF16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G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9046B298-F724-F868-BE49-6749F8D0753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4312" y="209550"/>
            <a:ext cx="731694" cy="73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058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5" r:id="rId2"/>
    <p:sldLayoutId id="214748364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T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image" Target="../media/image4.png"/><Relationship Id="rId4" Type="http://schemas.openxmlformats.org/officeDocument/2006/relationships/tags" Target="../tags/tag4.xml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5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D48D5E-B27C-4D22-FE4D-45C4EDCC1B9A}"/>
              </a:ext>
            </a:extLst>
          </p:cNvPr>
          <p:cNvSpPr/>
          <p:nvPr/>
        </p:nvSpPr>
        <p:spPr>
          <a:xfrm>
            <a:off x="2755145" y="729134"/>
            <a:ext cx="7564440" cy="112699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Experienced Software Developer is adept in bringing forth expertise in the design, installation, testing, and maintenance of software systems. Able to effectively self-manage during independent projects, as well as collaborate as part of a productive team. Proven efficiency with an ability to quickly learn and navigate any computer software program, or office filing system.</a:t>
            </a:r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D38EEE10-F728-705A-1FE3-EA812B6A4131}"/>
              </a:ext>
            </a:extLst>
          </p:cNvPr>
          <p:cNvGrpSpPr/>
          <p:nvPr/>
        </p:nvGrpSpPr>
        <p:grpSpPr>
          <a:xfrm>
            <a:off x="2675257" y="119847"/>
            <a:ext cx="552985" cy="552985"/>
            <a:chOff x="507861" y="2617801"/>
            <a:chExt cx="552985" cy="552985"/>
          </a:xfrm>
        </p:grpSpPr>
        <p:sp>
          <p:nvSpPr>
            <p:cNvPr id="4" name="Oval 116">
              <a:extLst>
                <a:ext uri="{FF2B5EF4-FFF2-40B4-BE49-F238E27FC236}">
                  <a16:creationId xmlns:a16="http://schemas.microsoft.com/office/drawing/2014/main" id="{CEE86CA9-4FCB-B945-130F-B2E418A053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7861" y="2617801"/>
              <a:ext cx="552985" cy="552985"/>
            </a:xfrm>
            <a:prstGeom prst="ellipse">
              <a:avLst/>
            </a:prstGeom>
            <a:solidFill>
              <a:srgbClr val="FF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Freeform 14">
              <a:extLst>
                <a:ext uri="{FF2B5EF4-FFF2-40B4-BE49-F238E27FC236}">
                  <a16:creationId xmlns:a16="http://schemas.microsoft.com/office/drawing/2014/main" id="{580E59AF-45CB-BE9D-0DFE-F9C3DFAAD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121" y="2687195"/>
              <a:ext cx="340465" cy="414197"/>
            </a:xfrm>
            <a:custGeom>
              <a:avLst/>
              <a:gdLst>
                <a:gd name="T0" fmla="*/ 1120 w 2198"/>
                <a:gd name="T1" fmla="*/ 1 h 2678"/>
                <a:gd name="T2" fmla="*/ 1311 w 2198"/>
                <a:gd name="T3" fmla="*/ 32 h 2678"/>
                <a:gd name="T4" fmla="*/ 1482 w 2198"/>
                <a:gd name="T5" fmla="*/ 115 h 2678"/>
                <a:gd name="T6" fmla="*/ 1628 w 2198"/>
                <a:gd name="T7" fmla="*/ 244 h 2678"/>
                <a:gd name="T8" fmla="*/ 1742 w 2198"/>
                <a:gd name="T9" fmla="*/ 409 h 2678"/>
                <a:gd name="T10" fmla="*/ 1817 w 2198"/>
                <a:gd name="T11" fmla="*/ 604 h 2678"/>
                <a:gd name="T12" fmla="*/ 1848 w 2198"/>
                <a:gd name="T13" fmla="*/ 822 h 2678"/>
                <a:gd name="T14" fmla="*/ 1892 w 2198"/>
                <a:gd name="T15" fmla="*/ 885 h 2678"/>
                <a:gd name="T16" fmla="*/ 1898 w 2198"/>
                <a:gd name="T17" fmla="*/ 977 h 2678"/>
                <a:gd name="T18" fmla="*/ 1864 w 2198"/>
                <a:gd name="T19" fmla="*/ 1086 h 2678"/>
                <a:gd name="T20" fmla="*/ 1791 w 2198"/>
                <a:gd name="T21" fmla="*/ 1199 h 2678"/>
                <a:gd name="T22" fmla="*/ 1707 w 2198"/>
                <a:gd name="T23" fmla="*/ 1405 h 2678"/>
                <a:gd name="T24" fmla="*/ 1590 w 2198"/>
                <a:gd name="T25" fmla="*/ 1588 h 2678"/>
                <a:gd name="T26" fmla="*/ 1448 w 2198"/>
                <a:gd name="T27" fmla="*/ 1734 h 2678"/>
                <a:gd name="T28" fmla="*/ 1478 w 2198"/>
                <a:gd name="T29" fmla="*/ 1829 h 2678"/>
                <a:gd name="T30" fmla="*/ 1535 w 2198"/>
                <a:gd name="T31" fmla="*/ 1925 h 2678"/>
                <a:gd name="T32" fmla="*/ 1627 w 2198"/>
                <a:gd name="T33" fmla="*/ 2016 h 2678"/>
                <a:gd name="T34" fmla="*/ 1763 w 2198"/>
                <a:gd name="T35" fmla="*/ 2094 h 2678"/>
                <a:gd name="T36" fmla="*/ 1892 w 2198"/>
                <a:gd name="T37" fmla="*/ 2141 h 2678"/>
                <a:gd name="T38" fmla="*/ 2039 w 2198"/>
                <a:gd name="T39" fmla="*/ 2184 h 2678"/>
                <a:gd name="T40" fmla="*/ 2167 w 2198"/>
                <a:gd name="T41" fmla="*/ 2228 h 2678"/>
                <a:gd name="T42" fmla="*/ 2090 w 2198"/>
                <a:gd name="T43" fmla="*/ 2344 h 2678"/>
                <a:gd name="T44" fmla="*/ 1892 w 2198"/>
                <a:gd name="T45" fmla="*/ 2474 h 2678"/>
                <a:gd name="T46" fmla="*/ 1665 w 2198"/>
                <a:gd name="T47" fmla="*/ 2574 h 2678"/>
                <a:gd name="T48" fmla="*/ 1421 w 2198"/>
                <a:gd name="T49" fmla="*/ 2644 h 2678"/>
                <a:gd name="T50" fmla="*/ 1178 w 2198"/>
                <a:gd name="T51" fmla="*/ 2675 h 2678"/>
                <a:gd name="T52" fmla="*/ 1093 w 2198"/>
                <a:gd name="T53" fmla="*/ 2677 h 2678"/>
                <a:gd name="T54" fmla="*/ 852 w 2198"/>
                <a:gd name="T55" fmla="*/ 2657 h 2678"/>
                <a:gd name="T56" fmla="*/ 610 w 2198"/>
                <a:gd name="T57" fmla="*/ 2600 h 2678"/>
                <a:gd name="T58" fmla="*/ 377 w 2198"/>
                <a:gd name="T59" fmla="*/ 2510 h 2678"/>
                <a:gd name="T60" fmla="*/ 170 w 2198"/>
                <a:gd name="T61" fmla="*/ 2389 h 2678"/>
                <a:gd name="T62" fmla="*/ 0 w 2198"/>
                <a:gd name="T63" fmla="*/ 2242 h 2678"/>
                <a:gd name="T64" fmla="*/ 112 w 2198"/>
                <a:gd name="T65" fmla="*/ 2199 h 2678"/>
                <a:gd name="T66" fmla="*/ 257 w 2198"/>
                <a:gd name="T67" fmla="*/ 2155 h 2678"/>
                <a:gd name="T68" fmla="*/ 396 w 2198"/>
                <a:gd name="T69" fmla="*/ 2110 h 2678"/>
                <a:gd name="T70" fmla="*/ 534 w 2198"/>
                <a:gd name="T71" fmla="*/ 2042 h 2678"/>
                <a:gd name="T72" fmla="*/ 644 w 2198"/>
                <a:gd name="T73" fmla="*/ 1950 h 2678"/>
                <a:gd name="T74" fmla="*/ 711 w 2198"/>
                <a:gd name="T75" fmla="*/ 1850 h 2678"/>
                <a:gd name="T76" fmla="*/ 746 w 2198"/>
                <a:gd name="T77" fmla="*/ 1749 h 2678"/>
                <a:gd name="T78" fmla="*/ 658 w 2198"/>
                <a:gd name="T79" fmla="*/ 1620 h 2678"/>
                <a:gd name="T80" fmla="*/ 538 w 2198"/>
                <a:gd name="T81" fmla="*/ 1446 h 2678"/>
                <a:gd name="T82" fmla="*/ 446 w 2198"/>
                <a:gd name="T83" fmla="*/ 1246 h 2678"/>
                <a:gd name="T84" fmla="*/ 358 w 2198"/>
                <a:gd name="T85" fmla="*/ 1129 h 2678"/>
                <a:gd name="T86" fmla="*/ 307 w 2198"/>
                <a:gd name="T87" fmla="*/ 1013 h 2678"/>
                <a:gd name="T88" fmla="*/ 300 w 2198"/>
                <a:gd name="T89" fmla="*/ 912 h 2678"/>
                <a:gd name="T90" fmla="*/ 333 w 2198"/>
                <a:gd name="T91" fmla="*/ 838 h 2678"/>
                <a:gd name="T92" fmla="*/ 381 w 2198"/>
                <a:gd name="T93" fmla="*/ 731 h 2678"/>
                <a:gd name="T94" fmla="*/ 429 w 2198"/>
                <a:gd name="T95" fmla="*/ 523 h 2678"/>
                <a:gd name="T96" fmla="*/ 520 w 2198"/>
                <a:gd name="T97" fmla="*/ 340 h 2678"/>
                <a:gd name="T98" fmla="*/ 647 w 2198"/>
                <a:gd name="T99" fmla="*/ 190 h 2678"/>
                <a:gd name="T100" fmla="*/ 802 w 2198"/>
                <a:gd name="T101" fmla="*/ 79 h 2678"/>
                <a:gd name="T102" fmla="*/ 979 w 2198"/>
                <a:gd name="T103" fmla="*/ 14 h 2678"/>
                <a:gd name="T104" fmla="*/ 1111 w 2198"/>
                <a:gd name="T105" fmla="*/ 0 h 2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198" h="2678">
                  <a:moveTo>
                    <a:pt x="1111" y="0"/>
                  </a:moveTo>
                  <a:lnTo>
                    <a:pt x="1115" y="1"/>
                  </a:lnTo>
                  <a:lnTo>
                    <a:pt x="1120" y="1"/>
                  </a:lnTo>
                  <a:lnTo>
                    <a:pt x="1186" y="5"/>
                  </a:lnTo>
                  <a:lnTo>
                    <a:pt x="1249" y="16"/>
                  </a:lnTo>
                  <a:lnTo>
                    <a:pt x="1311" y="32"/>
                  </a:lnTo>
                  <a:lnTo>
                    <a:pt x="1371" y="55"/>
                  </a:lnTo>
                  <a:lnTo>
                    <a:pt x="1428" y="82"/>
                  </a:lnTo>
                  <a:lnTo>
                    <a:pt x="1482" y="115"/>
                  </a:lnTo>
                  <a:lnTo>
                    <a:pt x="1534" y="153"/>
                  </a:lnTo>
                  <a:lnTo>
                    <a:pt x="1583" y="197"/>
                  </a:lnTo>
                  <a:lnTo>
                    <a:pt x="1628" y="244"/>
                  </a:lnTo>
                  <a:lnTo>
                    <a:pt x="1670" y="295"/>
                  </a:lnTo>
                  <a:lnTo>
                    <a:pt x="1708" y="350"/>
                  </a:lnTo>
                  <a:lnTo>
                    <a:pt x="1742" y="409"/>
                  </a:lnTo>
                  <a:lnTo>
                    <a:pt x="1772" y="471"/>
                  </a:lnTo>
                  <a:lnTo>
                    <a:pt x="1797" y="536"/>
                  </a:lnTo>
                  <a:lnTo>
                    <a:pt x="1817" y="604"/>
                  </a:lnTo>
                  <a:lnTo>
                    <a:pt x="1832" y="675"/>
                  </a:lnTo>
                  <a:lnTo>
                    <a:pt x="1842" y="747"/>
                  </a:lnTo>
                  <a:lnTo>
                    <a:pt x="1848" y="822"/>
                  </a:lnTo>
                  <a:lnTo>
                    <a:pt x="1866" y="840"/>
                  </a:lnTo>
                  <a:lnTo>
                    <a:pt x="1881" y="861"/>
                  </a:lnTo>
                  <a:lnTo>
                    <a:pt x="1892" y="885"/>
                  </a:lnTo>
                  <a:lnTo>
                    <a:pt x="1898" y="912"/>
                  </a:lnTo>
                  <a:lnTo>
                    <a:pt x="1901" y="942"/>
                  </a:lnTo>
                  <a:lnTo>
                    <a:pt x="1898" y="977"/>
                  </a:lnTo>
                  <a:lnTo>
                    <a:pt x="1891" y="1011"/>
                  </a:lnTo>
                  <a:lnTo>
                    <a:pt x="1879" y="1048"/>
                  </a:lnTo>
                  <a:lnTo>
                    <a:pt x="1864" y="1086"/>
                  </a:lnTo>
                  <a:lnTo>
                    <a:pt x="1843" y="1124"/>
                  </a:lnTo>
                  <a:lnTo>
                    <a:pt x="1819" y="1162"/>
                  </a:lnTo>
                  <a:lnTo>
                    <a:pt x="1791" y="1199"/>
                  </a:lnTo>
                  <a:lnTo>
                    <a:pt x="1766" y="1270"/>
                  </a:lnTo>
                  <a:lnTo>
                    <a:pt x="1738" y="1338"/>
                  </a:lnTo>
                  <a:lnTo>
                    <a:pt x="1707" y="1405"/>
                  </a:lnTo>
                  <a:lnTo>
                    <a:pt x="1671" y="1469"/>
                  </a:lnTo>
                  <a:lnTo>
                    <a:pt x="1632" y="1530"/>
                  </a:lnTo>
                  <a:lnTo>
                    <a:pt x="1590" y="1588"/>
                  </a:lnTo>
                  <a:lnTo>
                    <a:pt x="1546" y="1641"/>
                  </a:lnTo>
                  <a:lnTo>
                    <a:pt x="1498" y="1690"/>
                  </a:lnTo>
                  <a:lnTo>
                    <a:pt x="1448" y="1734"/>
                  </a:lnTo>
                  <a:lnTo>
                    <a:pt x="1455" y="1765"/>
                  </a:lnTo>
                  <a:lnTo>
                    <a:pt x="1465" y="1797"/>
                  </a:lnTo>
                  <a:lnTo>
                    <a:pt x="1478" y="1829"/>
                  </a:lnTo>
                  <a:lnTo>
                    <a:pt x="1493" y="1862"/>
                  </a:lnTo>
                  <a:lnTo>
                    <a:pt x="1512" y="1894"/>
                  </a:lnTo>
                  <a:lnTo>
                    <a:pt x="1535" y="1925"/>
                  </a:lnTo>
                  <a:lnTo>
                    <a:pt x="1561" y="1957"/>
                  </a:lnTo>
                  <a:lnTo>
                    <a:pt x="1592" y="1987"/>
                  </a:lnTo>
                  <a:lnTo>
                    <a:pt x="1627" y="2016"/>
                  </a:lnTo>
                  <a:lnTo>
                    <a:pt x="1667" y="2044"/>
                  </a:lnTo>
                  <a:lnTo>
                    <a:pt x="1712" y="2070"/>
                  </a:lnTo>
                  <a:lnTo>
                    <a:pt x="1763" y="2094"/>
                  </a:lnTo>
                  <a:lnTo>
                    <a:pt x="1802" y="2110"/>
                  </a:lnTo>
                  <a:lnTo>
                    <a:pt x="1845" y="2125"/>
                  </a:lnTo>
                  <a:lnTo>
                    <a:pt x="1892" y="2141"/>
                  </a:lnTo>
                  <a:lnTo>
                    <a:pt x="1941" y="2155"/>
                  </a:lnTo>
                  <a:lnTo>
                    <a:pt x="1990" y="2170"/>
                  </a:lnTo>
                  <a:lnTo>
                    <a:pt x="2039" y="2184"/>
                  </a:lnTo>
                  <a:lnTo>
                    <a:pt x="2086" y="2199"/>
                  </a:lnTo>
                  <a:lnTo>
                    <a:pt x="2129" y="2213"/>
                  </a:lnTo>
                  <a:lnTo>
                    <a:pt x="2167" y="2228"/>
                  </a:lnTo>
                  <a:lnTo>
                    <a:pt x="2198" y="2242"/>
                  </a:lnTo>
                  <a:lnTo>
                    <a:pt x="2147" y="2294"/>
                  </a:lnTo>
                  <a:lnTo>
                    <a:pt x="2090" y="2344"/>
                  </a:lnTo>
                  <a:lnTo>
                    <a:pt x="2028" y="2391"/>
                  </a:lnTo>
                  <a:lnTo>
                    <a:pt x="1961" y="2434"/>
                  </a:lnTo>
                  <a:lnTo>
                    <a:pt x="1892" y="2474"/>
                  </a:lnTo>
                  <a:lnTo>
                    <a:pt x="1818" y="2511"/>
                  </a:lnTo>
                  <a:lnTo>
                    <a:pt x="1743" y="2545"/>
                  </a:lnTo>
                  <a:lnTo>
                    <a:pt x="1665" y="2574"/>
                  </a:lnTo>
                  <a:lnTo>
                    <a:pt x="1585" y="2601"/>
                  </a:lnTo>
                  <a:lnTo>
                    <a:pt x="1504" y="2624"/>
                  </a:lnTo>
                  <a:lnTo>
                    <a:pt x="1421" y="2644"/>
                  </a:lnTo>
                  <a:lnTo>
                    <a:pt x="1340" y="2658"/>
                  </a:lnTo>
                  <a:lnTo>
                    <a:pt x="1259" y="2669"/>
                  </a:lnTo>
                  <a:lnTo>
                    <a:pt x="1178" y="2675"/>
                  </a:lnTo>
                  <a:lnTo>
                    <a:pt x="1099" y="2678"/>
                  </a:lnTo>
                  <a:lnTo>
                    <a:pt x="1098" y="2677"/>
                  </a:lnTo>
                  <a:lnTo>
                    <a:pt x="1093" y="2677"/>
                  </a:lnTo>
                  <a:lnTo>
                    <a:pt x="1014" y="2675"/>
                  </a:lnTo>
                  <a:lnTo>
                    <a:pt x="933" y="2669"/>
                  </a:lnTo>
                  <a:lnTo>
                    <a:pt x="852" y="2657"/>
                  </a:lnTo>
                  <a:lnTo>
                    <a:pt x="771" y="2642"/>
                  </a:lnTo>
                  <a:lnTo>
                    <a:pt x="690" y="2623"/>
                  </a:lnTo>
                  <a:lnTo>
                    <a:pt x="610" y="2600"/>
                  </a:lnTo>
                  <a:lnTo>
                    <a:pt x="530" y="2573"/>
                  </a:lnTo>
                  <a:lnTo>
                    <a:pt x="453" y="2543"/>
                  </a:lnTo>
                  <a:lnTo>
                    <a:pt x="377" y="2510"/>
                  </a:lnTo>
                  <a:lnTo>
                    <a:pt x="305" y="2473"/>
                  </a:lnTo>
                  <a:lnTo>
                    <a:pt x="235" y="2433"/>
                  </a:lnTo>
                  <a:lnTo>
                    <a:pt x="170" y="2389"/>
                  </a:lnTo>
                  <a:lnTo>
                    <a:pt x="108" y="2343"/>
                  </a:lnTo>
                  <a:lnTo>
                    <a:pt x="51" y="2294"/>
                  </a:lnTo>
                  <a:lnTo>
                    <a:pt x="0" y="2242"/>
                  </a:lnTo>
                  <a:lnTo>
                    <a:pt x="31" y="2228"/>
                  </a:lnTo>
                  <a:lnTo>
                    <a:pt x="69" y="2213"/>
                  </a:lnTo>
                  <a:lnTo>
                    <a:pt x="112" y="2199"/>
                  </a:lnTo>
                  <a:lnTo>
                    <a:pt x="159" y="2184"/>
                  </a:lnTo>
                  <a:lnTo>
                    <a:pt x="208" y="2170"/>
                  </a:lnTo>
                  <a:lnTo>
                    <a:pt x="257" y="2155"/>
                  </a:lnTo>
                  <a:lnTo>
                    <a:pt x="306" y="2141"/>
                  </a:lnTo>
                  <a:lnTo>
                    <a:pt x="353" y="2125"/>
                  </a:lnTo>
                  <a:lnTo>
                    <a:pt x="396" y="2110"/>
                  </a:lnTo>
                  <a:lnTo>
                    <a:pt x="435" y="2094"/>
                  </a:lnTo>
                  <a:lnTo>
                    <a:pt x="488" y="2069"/>
                  </a:lnTo>
                  <a:lnTo>
                    <a:pt x="534" y="2042"/>
                  </a:lnTo>
                  <a:lnTo>
                    <a:pt x="575" y="2013"/>
                  </a:lnTo>
                  <a:lnTo>
                    <a:pt x="612" y="1982"/>
                  </a:lnTo>
                  <a:lnTo>
                    <a:pt x="644" y="1950"/>
                  </a:lnTo>
                  <a:lnTo>
                    <a:pt x="670" y="1917"/>
                  </a:lnTo>
                  <a:lnTo>
                    <a:pt x="692" y="1883"/>
                  </a:lnTo>
                  <a:lnTo>
                    <a:pt x="711" y="1850"/>
                  </a:lnTo>
                  <a:lnTo>
                    <a:pt x="726" y="1816"/>
                  </a:lnTo>
                  <a:lnTo>
                    <a:pt x="738" y="1783"/>
                  </a:lnTo>
                  <a:lnTo>
                    <a:pt x="746" y="1749"/>
                  </a:lnTo>
                  <a:lnTo>
                    <a:pt x="753" y="1717"/>
                  </a:lnTo>
                  <a:lnTo>
                    <a:pt x="704" y="1671"/>
                  </a:lnTo>
                  <a:lnTo>
                    <a:pt x="658" y="1620"/>
                  </a:lnTo>
                  <a:lnTo>
                    <a:pt x="614" y="1566"/>
                  </a:lnTo>
                  <a:lnTo>
                    <a:pt x="574" y="1508"/>
                  </a:lnTo>
                  <a:lnTo>
                    <a:pt x="538" y="1446"/>
                  </a:lnTo>
                  <a:lnTo>
                    <a:pt x="503" y="1381"/>
                  </a:lnTo>
                  <a:lnTo>
                    <a:pt x="473" y="1314"/>
                  </a:lnTo>
                  <a:lnTo>
                    <a:pt x="446" y="1246"/>
                  </a:lnTo>
                  <a:lnTo>
                    <a:pt x="413" y="1207"/>
                  </a:lnTo>
                  <a:lnTo>
                    <a:pt x="384" y="1168"/>
                  </a:lnTo>
                  <a:lnTo>
                    <a:pt x="358" y="1129"/>
                  </a:lnTo>
                  <a:lnTo>
                    <a:pt x="336" y="1090"/>
                  </a:lnTo>
                  <a:lnTo>
                    <a:pt x="320" y="1051"/>
                  </a:lnTo>
                  <a:lnTo>
                    <a:pt x="307" y="1013"/>
                  </a:lnTo>
                  <a:lnTo>
                    <a:pt x="300" y="977"/>
                  </a:lnTo>
                  <a:lnTo>
                    <a:pt x="297" y="942"/>
                  </a:lnTo>
                  <a:lnTo>
                    <a:pt x="300" y="912"/>
                  </a:lnTo>
                  <a:lnTo>
                    <a:pt x="307" y="884"/>
                  </a:lnTo>
                  <a:lnTo>
                    <a:pt x="318" y="860"/>
                  </a:lnTo>
                  <a:lnTo>
                    <a:pt x="333" y="838"/>
                  </a:lnTo>
                  <a:lnTo>
                    <a:pt x="353" y="820"/>
                  </a:lnTo>
                  <a:lnTo>
                    <a:pt x="375" y="805"/>
                  </a:lnTo>
                  <a:lnTo>
                    <a:pt x="381" y="731"/>
                  </a:lnTo>
                  <a:lnTo>
                    <a:pt x="393" y="660"/>
                  </a:lnTo>
                  <a:lnTo>
                    <a:pt x="409" y="590"/>
                  </a:lnTo>
                  <a:lnTo>
                    <a:pt x="429" y="523"/>
                  </a:lnTo>
                  <a:lnTo>
                    <a:pt x="455" y="459"/>
                  </a:lnTo>
                  <a:lnTo>
                    <a:pt x="486" y="398"/>
                  </a:lnTo>
                  <a:lnTo>
                    <a:pt x="520" y="340"/>
                  </a:lnTo>
                  <a:lnTo>
                    <a:pt x="559" y="286"/>
                  </a:lnTo>
                  <a:lnTo>
                    <a:pt x="601" y="236"/>
                  </a:lnTo>
                  <a:lnTo>
                    <a:pt x="647" y="190"/>
                  </a:lnTo>
                  <a:lnTo>
                    <a:pt x="695" y="148"/>
                  </a:lnTo>
                  <a:lnTo>
                    <a:pt x="746" y="111"/>
                  </a:lnTo>
                  <a:lnTo>
                    <a:pt x="802" y="79"/>
                  </a:lnTo>
                  <a:lnTo>
                    <a:pt x="859" y="52"/>
                  </a:lnTo>
                  <a:lnTo>
                    <a:pt x="917" y="30"/>
                  </a:lnTo>
                  <a:lnTo>
                    <a:pt x="979" y="14"/>
                  </a:lnTo>
                  <a:lnTo>
                    <a:pt x="1043" y="4"/>
                  </a:lnTo>
                  <a:lnTo>
                    <a:pt x="1108" y="1"/>
                  </a:lnTo>
                  <a:lnTo>
                    <a:pt x="111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95B0C0C-0D0C-453F-4ED9-C64FDA764E91}"/>
              </a:ext>
            </a:extLst>
          </p:cNvPr>
          <p:cNvSpPr/>
          <p:nvPr/>
        </p:nvSpPr>
        <p:spPr>
          <a:xfrm>
            <a:off x="3228242" y="598893"/>
            <a:ext cx="557985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Profile </a:t>
            </a: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– 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b="1" kern="0">
                <a:solidFill>
                  <a:srgbClr val="660A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kern="0" dirty="0">
                <a:solidFill>
                  <a:srgbClr val="660A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years and 6 months of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experience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ABAB95-F217-7CA0-4F3E-CC2A98A2BBC6}"/>
              </a:ext>
            </a:extLst>
          </p:cNvPr>
          <p:cNvSpPr/>
          <p:nvPr/>
        </p:nvSpPr>
        <p:spPr>
          <a:xfrm>
            <a:off x="2755145" y="2352056"/>
            <a:ext cx="7549354" cy="3951762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368E54-A661-E4F8-F73F-8700FF9651C1}"/>
              </a:ext>
            </a:extLst>
          </p:cNvPr>
          <p:cNvSpPr/>
          <p:nvPr/>
        </p:nvSpPr>
        <p:spPr>
          <a:xfrm>
            <a:off x="5729984" y="4679391"/>
            <a:ext cx="2556000" cy="36894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6575E4-23C9-B471-B816-C9BF3F0766B8}"/>
              </a:ext>
            </a:extLst>
          </p:cNvPr>
          <p:cNvSpPr/>
          <p:nvPr/>
        </p:nvSpPr>
        <p:spPr>
          <a:xfrm>
            <a:off x="2797015" y="2379667"/>
            <a:ext cx="7272682" cy="4016484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fr-FR" sz="1200" b="1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</a:t>
            </a:r>
            <a:r>
              <a:rPr lang="fr-FR" sz="12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fr-FR" sz="12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Hubtel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Accra-Ghana –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since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feb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2023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 a team to develop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Maintain backend services for the company's e-commerce, payment processing, messaging communication platforms, and merchant portals</a:t>
            </a:r>
          </a:p>
          <a:p>
            <a:pPr>
              <a:defRPr/>
            </a:pPr>
            <a:r>
              <a:rPr lang="fr-FR" sz="10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Technologies : </a:t>
            </a:r>
            <a:r>
              <a:rPr lang="fr-FR" sz="10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C# | ASP.NET </a:t>
            </a:r>
            <a:r>
              <a:rPr lang="fr-FR" sz="10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</a:t>
            </a:r>
            <a:r>
              <a:rPr lang="fr-FR" sz="10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Web API | PostgreSQL | </a:t>
            </a:r>
            <a:r>
              <a:rPr lang="fr-FR" sz="10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MsSQL</a:t>
            </a:r>
            <a:r>
              <a:rPr lang="fr-FR" sz="10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Actor System | Apache Kafka | Redis | </a:t>
            </a:r>
            <a:r>
              <a:rPr lang="fr-FR" sz="10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Elasticsearch</a:t>
            </a:r>
            <a:r>
              <a:rPr lang="fr-FR" sz="10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|| Azure DevOps | Git | x-Unit | Scrum </a:t>
            </a:r>
          </a:p>
          <a:p>
            <a:pPr>
              <a:defRPr/>
            </a:pPr>
            <a:endParaRPr lang="fr-FR" sz="1200" b="1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</a:t>
            </a:r>
            <a:r>
              <a:rPr lang="fr-FR" sz="12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 lead – </a:t>
            </a:r>
            <a:r>
              <a:rPr lang="fr-FR" sz="12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Hubtel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Accra-Ghana –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2021 to jan 2023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 a team to develop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Maintain backend services for the company's e-commerce, payment processing, messaging communication platforms, and merchant portals</a:t>
            </a:r>
          </a:p>
          <a:p>
            <a:pPr>
              <a:defRPr/>
            </a:pPr>
            <a:r>
              <a:rPr lang="fr-FR" sz="10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Technologies : </a:t>
            </a:r>
            <a:r>
              <a:rPr lang="fr-FR" sz="10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C# | ASP.NET </a:t>
            </a:r>
            <a:r>
              <a:rPr lang="fr-FR" sz="10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</a:t>
            </a:r>
            <a:r>
              <a:rPr lang="fr-FR" sz="10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Web API | PostgreSQL | </a:t>
            </a:r>
            <a:r>
              <a:rPr lang="fr-FR" sz="10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MsSQL</a:t>
            </a:r>
            <a:r>
              <a:rPr lang="fr-FR" sz="10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Actor System | Apache Kafka | Redis | </a:t>
            </a:r>
            <a:r>
              <a:rPr lang="fr-FR" sz="10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Elasticsearch</a:t>
            </a:r>
            <a:r>
              <a:rPr lang="fr-FR" sz="10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|| Azure DevOps | Git | x-Unit | Scrum </a:t>
            </a:r>
          </a:p>
          <a:p>
            <a:pPr>
              <a:defRPr/>
            </a:pPr>
            <a:endParaRPr lang="fr-FR" sz="11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Junior software </a:t>
            </a:r>
            <a:r>
              <a:rPr lang="fr-FR" sz="12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fr-FR" sz="12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Hatua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Tech Lead, Tema - Ghana</a:t>
            </a:r>
            <a:r>
              <a:rPr lang="fr-FR" sz="12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i="0" kern="0" dirty="0">
                <a:solidFill>
                  <a:srgbClr val="FFFFFF">
                    <a:lumMod val="50000"/>
                  </a:srgb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2020 to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2021 (National service)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Daily work involves working as part of the .NET development team. Software development involves developing web APIs using .NET Core &amp; .NET Framework.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 APIs using Postman and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xUnit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unit testing. Experience using workflow software Git for version control. Front-end development using Bootstrap</a:t>
            </a:r>
          </a:p>
          <a:p>
            <a:pPr>
              <a:defRPr/>
            </a:pPr>
            <a:endParaRPr lang="en-US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5C961C-59E1-9C91-143E-6FA81D4E3810}"/>
              </a:ext>
            </a:extLst>
          </p:cNvPr>
          <p:cNvSpPr/>
          <p:nvPr/>
        </p:nvSpPr>
        <p:spPr>
          <a:xfrm>
            <a:off x="10473564" y="2065268"/>
            <a:ext cx="1514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800" b="1" i="0" u="none" strike="noStrike" kern="0" cap="none" spc="0" normalizeH="0" baseline="0" dirty="0" err="1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kumimoji="0" lang="fr-CA" sz="1800" b="0" i="0" u="none" strike="noStrike" kern="1200" cap="none" spc="0" normalizeH="0" baseline="0" dirty="0">
              <a:ln>
                <a:noFill/>
              </a:ln>
              <a:solidFill>
                <a:srgbClr val="660A2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6">
            <a:extLst>
              <a:ext uri="{FF2B5EF4-FFF2-40B4-BE49-F238E27FC236}">
                <a16:creationId xmlns:a16="http://schemas.microsoft.com/office/drawing/2014/main" id="{49EA2C1D-D474-3DA3-8593-195D7D642DD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675257" y="2093641"/>
            <a:ext cx="552985" cy="552985"/>
            <a:chOff x="5890641" y="1631738"/>
            <a:chExt cx="552985" cy="552985"/>
          </a:xfrm>
        </p:grpSpPr>
        <p:sp>
          <p:nvSpPr>
            <p:cNvPr id="16" name="Oval 112">
              <a:extLst>
                <a:ext uri="{FF2B5EF4-FFF2-40B4-BE49-F238E27FC236}">
                  <a16:creationId xmlns:a16="http://schemas.microsoft.com/office/drawing/2014/main" id="{A2313757-0531-3651-BB10-D3FF894A5C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0641" y="1631738"/>
              <a:ext cx="552985" cy="552985"/>
            </a:xfrm>
            <a:prstGeom prst="ellipse">
              <a:avLst/>
            </a:prstGeom>
            <a:solidFill>
              <a:srgbClr val="FF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 81">
              <a:extLst>
                <a:ext uri="{FF2B5EF4-FFF2-40B4-BE49-F238E27FC236}">
                  <a16:creationId xmlns:a16="http://schemas.microsoft.com/office/drawing/2014/main" id="{0D08631C-FB73-646E-E4F5-B19660750C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94732" y="1757515"/>
              <a:ext cx="344802" cy="301431"/>
            </a:xfrm>
            <a:custGeom>
              <a:avLst/>
              <a:gdLst>
                <a:gd name="T0" fmla="*/ 669 w 2230"/>
                <a:gd name="T1" fmla="*/ 1004 h 1951"/>
                <a:gd name="T2" fmla="*/ 680 w 2230"/>
                <a:gd name="T3" fmla="*/ 1074 h 1951"/>
                <a:gd name="T4" fmla="*/ 711 w 2230"/>
                <a:gd name="T5" fmla="*/ 1136 h 1951"/>
                <a:gd name="T6" fmla="*/ 760 w 2230"/>
                <a:gd name="T7" fmla="*/ 1183 h 1951"/>
                <a:gd name="T8" fmla="*/ 822 w 2230"/>
                <a:gd name="T9" fmla="*/ 1216 h 1951"/>
                <a:gd name="T10" fmla="*/ 892 w 2230"/>
                <a:gd name="T11" fmla="*/ 1226 h 1951"/>
                <a:gd name="T12" fmla="*/ 1375 w 2230"/>
                <a:gd name="T13" fmla="*/ 1223 h 1951"/>
                <a:gd name="T14" fmla="*/ 1441 w 2230"/>
                <a:gd name="T15" fmla="*/ 1202 h 1951"/>
                <a:gd name="T16" fmla="*/ 1496 w 2230"/>
                <a:gd name="T17" fmla="*/ 1162 h 1951"/>
                <a:gd name="T18" fmla="*/ 1536 w 2230"/>
                <a:gd name="T19" fmla="*/ 1106 h 1951"/>
                <a:gd name="T20" fmla="*/ 1559 w 2230"/>
                <a:gd name="T21" fmla="*/ 1039 h 1951"/>
                <a:gd name="T22" fmla="*/ 1562 w 2230"/>
                <a:gd name="T23" fmla="*/ 892 h 1951"/>
                <a:gd name="T24" fmla="*/ 1338 w 2230"/>
                <a:gd name="T25" fmla="*/ 1004 h 1951"/>
                <a:gd name="T26" fmla="*/ 892 w 2230"/>
                <a:gd name="T27" fmla="*/ 892 h 1951"/>
                <a:gd name="T28" fmla="*/ 781 w 2230"/>
                <a:gd name="T29" fmla="*/ 223 h 1951"/>
                <a:gd name="T30" fmla="*/ 1449 w 2230"/>
                <a:gd name="T31" fmla="*/ 390 h 1951"/>
                <a:gd name="T32" fmla="*/ 781 w 2230"/>
                <a:gd name="T33" fmla="*/ 223 h 1951"/>
                <a:gd name="T34" fmla="*/ 1449 w 2230"/>
                <a:gd name="T35" fmla="*/ 0 h 1951"/>
                <a:gd name="T36" fmla="*/ 1521 w 2230"/>
                <a:gd name="T37" fmla="*/ 10 h 1951"/>
                <a:gd name="T38" fmla="*/ 1581 w 2230"/>
                <a:gd name="T39" fmla="*/ 43 h 1951"/>
                <a:gd name="T40" fmla="*/ 1630 w 2230"/>
                <a:gd name="T41" fmla="*/ 91 h 1951"/>
                <a:gd name="T42" fmla="*/ 1661 w 2230"/>
                <a:gd name="T43" fmla="*/ 152 h 1951"/>
                <a:gd name="T44" fmla="*/ 1673 w 2230"/>
                <a:gd name="T45" fmla="*/ 223 h 1951"/>
                <a:gd name="T46" fmla="*/ 2008 w 2230"/>
                <a:gd name="T47" fmla="*/ 390 h 1951"/>
                <a:gd name="T48" fmla="*/ 2078 w 2230"/>
                <a:gd name="T49" fmla="*/ 401 h 1951"/>
                <a:gd name="T50" fmla="*/ 2139 w 2230"/>
                <a:gd name="T51" fmla="*/ 432 h 1951"/>
                <a:gd name="T52" fmla="*/ 2187 w 2230"/>
                <a:gd name="T53" fmla="*/ 481 h 1951"/>
                <a:gd name="T54" fmla="*/ 2220 w 2230"/>
                <a:gd name="T55" fmla="*/ 543 h 1951"/>
                <a:gd name="T56" fmla="*/ 2230 w 2230"/>
                <a:gd name="T57" fmla="*/ 613 h 1951"/>
                <a:gd name="T58" fmla="*/ 2228 w 2230"/>
                <a:gd name="T59" fmla="*/ 1765 h 1951"/>
                <a:gd name="T60" fmla="*/ 2205 w 2230"/>
                <a:gd name="T61" fmla="*/ 1831 h 1951"/>
                <a:gd name="T62" fmla="*/ 2165 w 2230"/>
                <a:gd name="T63" fmla="*/ 1886 h 1951"/>
                <a:gd name="T64" fmla="*/ 2110 w 2230"/>
                <a:gd name="T65" fmla="*/ 1926 h 1951"/>
                <a:gd name="T66" fmla="*/ 2043 w 2230"/>
                <a:gd name="T67" fmla="*/ 1949 h 1951"/>
                <a:gd name="T68" fmla="*/ 223 w 2230"/>
                <a:gd name="T69" fmla="*/ 1951 h 1951"/>
                <a:gd name="T70" fmla="*/ 152 w 2230"/>
                <a:gd name="T71" fmla="*/ 1940 h 1951"/>
                <a:gd name="T72" fmla="*/ 91 w 2230"/>
                <a:gd name="T73" fmla="*/ 1909 h 1951"/>
                <a:gd name="T74" fmla="*/ 43 w 2230"/>
                <a:gd name="T75" fmla="*/ 1860 h 1951"/>
                <a:gd name="T76" fmla="*/ 10 w 2230"/>
                <a:gd name="T77" fmla="*/ 1799 h 1951"/>
                <a:gd name="T78" fmla="*/ 0 w 2230"/>
                <a:gd name="T79" fmla="*/ 1728 h 1951"/>
                <a:gd name="T80" fmla="*/ 2 w 2230"/>
                <a:gd name="T81" fmla="*/ 576 h 1951"/>
                <a:gd name="T82" fmla="*/ 25 w 2230"/>
                <a:gd name="T83" fmla="*/ 510 h 1951"/>
                <a:gd name="T84" fmla="*/ 65 w 2230"/>
                <a:gd name="T85" fmla="*/ 455 h 1951"/>
                <a:gd name="T86" fmla="*/ 120 w 2230"/>
                <a:gd name="T87" fmla="*/ 415 h 1951"/>
                <a:gd name="T88" fmla="*/ 187 w 2230"/>
                <a:gd name="T89" fmla="*/ 392 h 1951"/>
                <a:gd name="T90" fmla="*/ 557 w 2230"/>
                <a:gd name="T91" fmla="*/ 390 h 1951"/>
                <a:gd name="T92" fmla="*/ 560 w 2230"/>
                <a:gd name="T93" fmla="*/ 187 h 1951"/>
                <a:gd name="T94" fmla="*/ 582 w 2230"/>
                <a:gd name="T95" fmla="*/ 120 h 1951"/>
                <a:gd name="T96" fmla="*/ 623 w 2230"/>
                <a:gd name="T97" fmla="*/ 65 h 1951"/>
                <a:gd name="T98" fmla="*/ 678 w 2230"/>
                <a:gd name="T99" fmla="*/ 25 h 1951"/>
                <a:gd name="T100" fmla="*/ 744 w 2230"/>
                <a:gd name="T101" fmla="*/ 2 h 19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230" h="1951">
                  <a:moveTo>
                    <a:pt x="669" y="892"/>
                  </a:moveTo>
                  <a:lnTo>
                    <a:pt x="669" y="1004"/>
                  </a:lnTo>
                  <a:lnTo>
                    <a:pt x="671" y="1039"/>
                  </a:lnTo>
                  <a:lnTo>
                    <a:pt x="680" y="1074"/>
                  </a:lnTo>
                  <a:lnTo>
                    <a:pt x="694" y="1106"/>
                  </a:lnTo>
                  <a:lnTo>
                    <a:pt x="711" y="1136"/>
                  </a:lnTo>
                  <a:lnTo>
                    <a:pt x="734" y="1162"/>
                  </a:lnTo>
                  <a:lnTo>
                    <a:pt x="760" y="1183"/>
                  </a:lnTo>
                  <a:lnTo>
                    <a:pt x="789" y="1202"/>
                  </a:lnTo>
                  <a:lnTo>
                    <a:pt x="822" y="1216"/>
                  </a:lnTo>
                  <a:lnTo>
                    <a:pt x="855" y="1223"/>
                  </a:lnTo>
                  <a:lnTo>
                    <a:pt x="892" y="1226"/>
                  </a:lnTo>
                  <a:lnTo>
                    <a:pt x="1338" y="1226"/>
                  </a:lnTo>
                  <a:lnTo>
                    <a:pt x="1375" y="1223"/>
                  </a:lnTo>
                  <a:lnTo>
                    <a:pt x="1408" y="1216"/>
                  </a:lnTo>
                  <a:lnTo>
                    <a:pt x="1441" y="1202"/>
                  </a:lnTo>
                  <a:lnTo>
                    <a:pt x="1470" y="1183"/>
                  </a:lnTo>
                  <a:lnTo>
                    <a:pt x="1496" y="1162"/>
                  </a:lnTo>
                  <a:lnTo>
                    <a:pt x="1519" y="1136"/>
                  </a:lnTo>
                  <a:lnTo>
                    <a:pt x="1536" y="1106"/>
                  </a:lnTo>
                  <a:lnTo>
                    <a:pt x="1550" y="1074"/>
                  </a:lnTo>
                  <a:lnTo>
                    <a:pt x="1559" y="1039"/>
                  </a:lnTo>
                  <a:lnTo>
                    <a:pt x="1562" y="1004"/>
                  </a:lnTo>
                  <a:lnTo>
                    <a:pt x="1562" y="892"/>
                  </a:lnTo>
                  <a:lnTo>
                    <a:pt x="1338" y="892"/>
                  </a:lnTo>
                  <a:lnTo>
                    <a:pt x="1338" y="1004"/>
                  </a:lnTo>
                  <a:lnTo>
                    <a:pt x="892" y="1004"/>
                  </a:lnTo>
                  <a:lnTo>
                    <a:pt x="892" y="892"/>
                  </a:lnTo>
                  <a:lnTo>
                    <a:pt x="669" y="892"/>
                  </a:lnTo>
                  <a:close/>
                  <a:moveTo>
                    <a:pt x="781" y="223"/>
                  </a:moveTo>
                  <a:lnTo>
                    <a:pt x="781" y="390"/>
                  </a:lnTo>
                  <a:lnTo>
                    <a:pt x="1449" y="390"/>
                  </a:lnTo>
                  <a:lnTo>
                    <a:pt x="1449" y="223"/>
                  </a:lnTo>
                  <a:lnTo>
                    <a:pt x="781" y="223"/>
                  </a:lnTo>
                  <a:close/>
                  <a:moveTo>
                    <a:pt x="781" y="0"/>
                  </a:moveTo>
                  <a:lnTo>
                    <a:pt x="1449" y="0"/>
                  </a:lnTo>
                  <a:lnTo>
                    <a:pt x="1486" y="2"/>
                  </a:lnTo>
                  <a:lnTo>
                    <a:pt x="1521" y="10"/>
                  </a:lnTo>
                  <a:lnTo>
                    <a:pt x="1552" y="25"/>
                  </a:lnTo>
                  <a:lnTo>
                    <a:pt x="1581" y="43"/>
                  </a:lnTo>
                  <a:lnTo>
                    <a:pt x="1607" y="65"/>
                  </a:lnTo>
                  <a:lnTo>
                    <a:pt x="1630" y="91"/>
                  </a:lnTo>
                  <a:lnTo>
                    <a:pt x="1648" y="120"/>
                  </a:lnTo>
                  <a:lnTo>
                    <a:pt x="1661" y="152"/>
                  </a:lnTo>
                  <a:lnTo>
                    <a:pt x="1670" y="187"/>
                  </a:lnTo>
                  <a:lnTo>
                    <a:pt x="1673" y="223"/>
                  </a:lnTo>
                  <a:lnTo>
                    <a:pt x="1673" y="390"/>
                  </a:lnTo>
                  <a:lnTo>
                    <a:pt x="2008" y="390"/>
                  </a:lnTo>
                  <a:lnTo>
                    <a:pt x="2043" y="392"/>
                  </a:lnTo>
                  <a:lnTo>
                    <a:pt x="2078" y="401"/>
                  </a:lnTo>
                  <a:lnTo>
                    <a:pt x="2110" y="415"/>
                  </a:lnTo>
                  <a:lnTo>
                    <a:pt x="2139" y="432"/>
                  </a:lnTo>
                  <a:lnTo>
                    <a:pt x="2165" y="455"/>
                  </a:lnTo>
                  <a:lnTo>
                    <a:pt x="2187" y="481"/>
                  </a:lnTo>
                  <a:lnTo>
                    <a:pt x="2205" y="510"/>
                  </a:lnTo>
                  <a:lnTo>
                    <a:pt x="2220" y="543"/>
                  </a:lnTo>
                  <a:lnTo>
                    <a:pt x="2228" y="576"/>
                  </a:lnTo>
                  <a:lnTo>
                    <a:pt x="2230" y="613"/>
                  </a:lnTo>
                  <a:lnTo>
                    <a:pt x="2230" y="1728"/>
                  </a:lnTo>
                  <a:lnTo>
                    <a:pt x="2228" y="1765"/>
                  </a:lnTo>
                  <a:lnTo>
                    <a:pt x="2220" y="1799"/>
                  </a:lnTo>
                  <a:lnTo>
                    <a:pt x="2205" y="1831"/>
                  </a:lnTo>
                  <a:lnTo>
                    <a:pt x="2187" y="1860"/>
                  </a:lnTo>
                  <a:lnTo>
                    <a:pt x="2165" y="1886"/>
                  </a:lnTo>
                  <a:lnTo>
                    <a:pt x="2139" y="1909"/>
                  </a:lnTo>
                  <a:lnTo>
                    <a:pt x="2110" y="1926"/>
                  </a:lnTo>
                  <a:lnTo>
                    <a:pt x="2078" y="1940"/>
                  </a:lnTo>
                  <a:lnTo>
                    <a:pt x="2043" y="1949"/>
                  </a:lnTo>
                  <a:lnTo>
                    <a:pt x="2008" y="1951"/>
                  </a:lnTo>
                  <a:lnTo>
                    <a:pt x="223" y="1951"/>
                  </a:lnTo>
                  <a:lnTo>
                    <a:pt x="187" y="1949"/>
                  </a:lnTo>
                  <a:lnTo>
                    <a:pt x="152" y="1940"/>
                  </a:lnTo>
                  <a:lnTo>
                    <a:pt x="120" y="1926"/>
                  </a:lnTo>
                  <a:lnTo>
                    <a:pt x="91" y="1909"/>
                  </a:lnTo>
                  <a:lnTo>
                    <a:pt x="65" y="1886"/>
                  </a:lnTo>
                  <a:lnTo>
                    <a:pt x="43" y="1860"/>
                  </a:lnTo>
                  <a:lnTo>
                    <a:pt x="25" y="1831"/>
                  </a:lnTo>
                  <a:lnTo>
                    <a:pt x="10" y="1799"/>
                  </a:lnTo>
                  <a:lnTo>
                    <a:pt x="2" y="1765"/>
                  </a:lnTo>
                  <a:lnTo>
                    <a:pt x="0" y="1728"/>
                  </a:lnTo>
                  <a:lnTo>
                    <a:pt x="0" y="613"/>
                  </a:lnTo>
                  <a:lnTo>
                    <a:pt x="2" y="576"/>
                  </a:lnTo>
                  <a:lnTo>
                    <a:pt x="10" y="543"/>
                  </a:lnTo>
                  <a:lnTo>
                    <a:pt x="25" y="510"/>
                  </a:lnTo>
                  <a:lnTo>
                    <a:pt x="43" y="481"/>
                  </a:lnTo>
                  <a:lnTo>
                    <a:pt x="65" y="455"/>
                  </a:lnTo>
                  <a:lnTo>
                    <a:pt x="91" y="432"/>
                  </a:lnTo>
                  <a:lnTo>
                    <a:pt x="120" y="415"/>
                  </a:lnTo>
                  <a:lnTo>
                    <a:pt x="152" y="401"/>
                  </a:lnTo>
                  <a:lnTo>
                    <a:pt x="187" y="392"/>
                  </a:lnTo>
                  <a:lnTo>
                    <a:pt x="223" y="390"/>
                  </a:lnTo>
                  <a:lnTo>
                    <a:pt x="557" y="390"/>
                  </a:lnTo>
                  <a:lnTo>
                    <a:pt x="557" y="223"/>
                  </a:lnTo>
                  <a:lnTo>
                    <a:pt x="560" y="187"/>
                  </a:lnTo>
                  <a:lnTo>
                    <a:pt x="569" y="152"/>
                  </a:lnTo>
                  <a:lnTo>
                    <a:pt x="582" y="120"/>
                  </a:lnTo>
                  <a:lnTo>
                    <a:pt x="600" y="91"/>
                  </a:lnTo>
                  <a:lnTo>
                    <a:pt x="623" y="65"/>
                  </a:lnTo>
                  <a:lnTo>
                    <a:pt x="649" y="43"/>
                  </a:lnTo>
                  <a:lnTo>
                    <a:pt x="678" y="25"/>
                  </a:lnTo>
                  <a:lnTo>
                    <a:pt x="709" y="10"/>
                  </a:lnTo>
                  <a:lnTo>
                    <a:pt x="744" y="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A143F72-D795-612E-56C6-1B5CE5A96283}"/>
              </a:ext>
            </a:extLst>
          </p:cNvPr>
          <p:cNvSpPr/>
          <p:nvPr/>
        </p:nvSpPr>
        <p:spPr>
          <a:xfrm>
            <a:off x="3278532" y="2151517"/>
            <a:ext cx="165873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Experiences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B8F5818D-986D-FC1D-AA16-267CC97BFE64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13031" y="404871"/>
            <a:ext cx="2493974" cy="285722"/>
          </a:xfrm>
          <a:prstGeom prst="rect">
            <a:avLst/>
          </a:prstGeom>
          <a:noFill/>
          <a:ln w="25400" cap="flat" cmpd="sng" algn="ctr">
            <a:noFill/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prstClr val="black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HAMMOND</a:t>
            </a:r>
          </a:p>
        </p:txBody>
      </p:sp>
      <p:cxnSp>
        <p:nvCxnSpPr>
          <p:cNvPr id="36" name="Straight Connector 162">
            <a:extLst>
              <a:ext uri="{FF2B5EF4-FFF2-40B4-BE49-F238E27FC236}">
                <a16:creationId xmlns:a16="http://schemas.microsoft.com/office/drawing/2014/main" id="{EEE1D5D8-5720-83F6-C6E5-94E342E6B42C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159422" y="969676"/>
            <a:ext cx="206505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5E4F343F-E3D9-E509-872D-4850BCE8028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3031" y="981356"/>
            <a:ext cx="2515144" cy="3898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</a:t>
            </a:r>
            <a:r>
              <a:rPr lang="fr-FR" kern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developer</a:t>
            </a:r>
            <a:endParaRPr kumimoji="0" lang="fr-FR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042AE68-4DC3-8948-C4E1-3874100B65F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-3746" y="1804674"/>
            <a:ext cx="2510752" cy="447589"/>
          </a:xfrm>
          <a:prstGeom prst="rect">
            <a:avLst/>
          </a:prstGeom>
          <a:solidFill>
            <a:srgbClr val="CC003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300" b="1" kern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</a:t>
            </a:r>
            <a:r>
              <a:rPr lang="fr-FR" sz="1300" b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300" b="1" kern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  <a:endParaRPr kumimoji="0" lang="fr-FR" sz="13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Box 65">
            <a:extLst>
              <a:ext uri="{FF2B5EF4-FFF2-40B4-BE49-F238E27FC236}">
                <a16:creationId xmlns:a16="http://schemas.microsoft.com/office/drawing/2014/main" id="{6BC458D2-6EF7-B67F-9C10-9EFDBCABDE9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1252" y="2320542"/>
            <a:ext cx="2468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2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Languages : C#, .NET, Python</a:t>
            </a:r>
          </a:p>
          <a:p>
            <a:pPr lvl="0">
              <a:defRPr/>
            </a:pPr>
            <a:endParaRPr lang="en-US" sz="1200" kern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521CBF-FC01-2E7B-391E-1FC0A36D22A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-3746" y="2747066"/>
            <a:ext cx="2510752" cy="447589"/>
          </a:xfrm>
          <a:prstGeom prst="rect">
            <a:avLst/>
          </a:prstGeom>
          <a:solidFill>
            <a:srgbClr val="CC003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300" b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</a:t>
            </a:r>
            <a:r>
              <a:rPr lang="fr-FR" sz="1300" b="1" kern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  <a:endParaRPr kumimoji="0" lang="fr-FR" sz="13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585FEA4-0B5C-6187-0A79-9108071DE496}"/>
              </a:ext>
            </a:extLst>
          </p:cNvPr>
          <p:cNvSpPr txBox="1"/>
          <p:nvPr/>
        </p:nvSpPr>
        <p:spPr>
          <a:xfrm>
            <a:off x="56576" y="3272286"/>
            <a:ext cx="245042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Ability to Work in a Team</a:t>
            </a:r>
          </a:p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C++ Microsoft</a:t>
            </a:r>
          </a:p>
          <a:p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Office Git</a:t>
            </a:r>
          </a:p>
          <a:p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Groovy and Grails </a:t>
            </a:r>
          </a:p>
          <a:p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HTML/CSS </a:t>
            </a:r>
          </a:p>
          <a:p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</a:p>
          <a:p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Elasticsearch</a:t>
            </a:r>
          </a:p>
          <a:p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 Testing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5610B351-C70B-0DF9-C499-0EDE3B45F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TG" altLang="fr-T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TG" altLang="fr-T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69A16A12-BEC9-307E-A553-6D398A993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30" y="215193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TG" altLang="fr-T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TG" altLang="fr-T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3" name="Image 22" descr="Une image contenant texte, clipart, vaisselle, assiette&#10;&#10;Description générée automatiquement">
            <a:extLst>
              <a:ext uri="{FF2B5EF4-FFF2-40B4-BE49-F238E27FC236}">
                <a16:creationId xmlns:a16="http://schemas.microsoft.com/office/drawing/2014/main" id="{BF7BB283-D837-565E-9BA9-C8E068A7E91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4387" y="2943833"/>
            <a:ext cx="1761984" cy="438538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1FCDDBAA-05B9-449C-C07E-C4962F2B300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16635" y="4930291"/>
            <a:ext cx="1697488" cy="83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602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BAB95-F217-7CA0-4F3E-CC2A98A2BBC6}"/>
              </a:ext>
            </a:extLst>
          </p:cNvPr>
          <p:cNvSpPr/>
          <p:nvPr/>
        </p:nvSpPr>
        <p:spPr>
          <a:xfrm>
            <a:off x="2901554" y="625935"/>
            <a:ext cx="7631002" cy="1468334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6575E4-23C9-B471-B816-C9BF3F0766B8}"/>
              </a:ext>
            </a:extLst>
          </p:cNvPr>
          <p:cNvSpPr/>
          <p:nvPr/>
        </p:nvSpPr>
        <p:spPr>
          <a:xfrm>
            <a:off x="3190673" y="625934"/>
            <a:ext cx="7152337" cy="138499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fr-FR" sz="1200" b="1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sz="12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Electrical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2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Electrical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b="1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Company</a:t>
            </a:r>
            <a:r>
              <a:rPr lang="fr-FR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Ghana, Takoradi-Ghana </a:t>
            </a:r>
            <a:r>
              <a:rPr lang="en-US" sz="1200" b="1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 2019 to </a:t>
            </a:r>
            <a:r>
              <a:rPr lang="en-US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aug</a:t>
            </a: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2020</a:t>
            </a:r>
          </a:p>
          <a:p>
            <a:pPr marL="171450" indent="-171450" algn="just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 Regular maintenance on high and low-voltage lines</a:t>
            </a:r>
          </a:p>
          <a:p>
            <a:pPr marL="171450" indent="-171450" algn="just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 Extensions of low-voltage lines</a:t>
            </a:r>
          </a:p>
          <a:p>
            <a:pPr marL="171450" indent="-171450" algn="just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 Tracing and fixing of faults.</a:t>
            </a:r>
          </a:p>
          <a:p>
            <a:pPr marL="171450" indent="-171450" algn="just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 Regular maintenance on sub-station</a:t>
            </a:r>
          </a:p>
          <a:p>
            <a:pPr algn="just">
              <a:defRPr/>
            </a:pPr>
            <a:endParaRPr lang="en-US" sz="1200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6">
            <a:extLst>
              <a:ext uri="{FF2B5EF4-FFF2-40B4-BE49-F238E27FC236}">
                <a16:creationId xmlns:a16="http://schemas.microsoft.com/office/drawing/2014/main" id="{49EA2C1D-D474-3DA3-8593-195D7D642DD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618771" y="284983"/>
            <a:ext cx="552985" cy="552985"/>
            <a:chOff x="5890641" y="1631738"/>
            <a:chExt cx="552985" cy="552985"/>
          </a:xfrm>
        </p:grpSpPr>
        <p:sp>
          <p:nvSpPr>
            <p:cNvPr id="16" name="Oval 112">
              <a:extLst>
                <a:ext uri="{FF2B5EF4-FFF2-40B4-BE49-F238E27FC236}">
                  <a16:creationId xmlns:a16="http://schemas.microsoft.com/office/drawing/2014/main" id="{A2313757-0531-3651-BB10-D3FF894A5C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0641" y="1631738"/>
              <a:ext cx="552985" cy="552985"/>
            </a:xfrm>
            <a:prstGeom prst="ellipse">
              <a:avLst/>
            </a:prstGeom>
            <a:solidFill>
              <a:srgbClr val="FF16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Freeform 81">
              <a:extLst>
                <a:ext uri="{FF2B5EF4-FFF2-40B4-BE49-F238E27FC236}">
                  <a16:creationId xmlns:a16="http://schemas.microsoft.com/office/drawing/2014/main" id="{0D08631C-FB73-646E-E4F5-B19660750C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94732" y="1757515"/>
              <a:ext cx="344802" cy="301431"/>
            </a:xfrm>
            <a:custGeom>
              <a:avLst/>
              <a:gdLst>
                <a:gd name="T0" fmla="*/ 669 w 2230"/>
                <a:gd name="T1" fmla="*/ 1004 h 1951"/>
                <a:gd name="T2" fmla="*/ 680 w 2230"/>
                <a:gd name="T3" fmla="*/ 1074 h 1951"/>
                <a:gd name="T4" fmla="*/ 711 w 2230"/>
                <a:gd name="T5" fmla="*/ 1136 h 1951"/>
                <a:gd name="T6" fmla="*/ 760 w 2230"/>
                <a:gd name="T7" fmla="*/ 1183 h 1951"/>
                <a:gd name="T8" fmla="*/ 822 w 2230"/>
                <a:gd name="T9" fmla="*/ 1216 h 1951"/>
                <a:gd name="T10" fmla="*/ 892 w 2230"/>
                <a:gd name="T11" fmla="*/ 1226 h 1951"/>
                <a:gd name="T12" fmla="*/ 1375 w 2230"/>
                <a:gd name="T13" fmla="*/ 1223 h 1951"/>
                <a:gd name="T14" fmla="*/ 1441 w 2230"/>
                <a:gd name="T15" fmla="*/ 1202 h 1951"/>
                <a:gd name="T16" fmla="*/ 1496 w 2230"/>
                <a:gd name="T17" fmla="*/ 1162 h 1951"/>
                <a:gd name="T18" fmla="*/ 1536 w 2230"/>
                <a:gd name="T19" fmla="*/ 1106 h 1951"/>
                <a:gd name="T20" fmla="*/ 1559 w 2230"/>
                <a:gd name="T21" fmla="*/ 1039 h 1951"/>
                <a:gd name="T22" fmla="*/ 1562 w 2230"/>
                <a:gd name="T23" fmla="*/ 892 h 1951"/>
                <a:gd name="T24" fmla="*/ 1338 w 2230"/>
                <a:gd name="T25" fmla="*/ 1004 h 1951"/>
                <a:gd name="T26" fmla="*/ 892 w 2230"/>
                <a:gd name="T27" fmla="*/ 892 h 1951"/>
                <a:gd name="T28" fmla="*/ 781 w 2230"/>
                <a:gd name="T29" fmla="*/ 223 h 1951"/>
                <a:gd name="T30" fmla="*/ 1449 w 2230"/>
                <a:gd name="T31" fmla="*/ 390 h 1951"/>
                <a:gd name="T32" fmla="*/ 781 w 2230"/>
                <a:gd name="T33" fmla="*/ 223 h 1951"/>
                <a:gd name="T34" fmla="*/ 1449 w 2230"/>
                <a:gd name="T35" fmla="*/ 0 h 1951"/>
                <a:gd name="T36" fmla="*/ 1521 w 2230"/>
                <a:gd name="T37" fmla="*/ 10 h 1951"/>
                <a:gd name="T38" fmla="*/ 1581 w 2230"/>
                <a:gd name="T39" fmla="*/ 43 h 1951"/>
                <a:gd name="T40" fmla="*/ 1630 w 2230"/>
                <a:gd name="T41" fmla="*/ 91 h 1951"/>
                <a:gd name="T42" fmla="*/ 1661 w 2230"/>
                <a:gd name="T43" fmla="*/ 152 h 1951"/>
                <a:gd name="T44" fmla="*/ 1673 w 2230"/>
                <a:gd name="T45" fmla="*/ 223 h 1951"/>
                <a:gd name="T46" fmla="*/ 2008 w 2230"/>
                <a:gd name="T47" fmla="*/ 390 h 1951"/>
                <a:gd name="T48" fmla="*/ 2078 w 2230"/>
                <a:gd name="T49" fmla="*/ 401 h 1951"/>
                <a:gd name="T50" fmla="*/ 2139 w 2230"/>
                <a:gd name="T51" fmla="*/ 432 h 1951"/>
                <a:gd name="T52" fmla="*/ 2187 w 2230"/>
                <a:gd name="T53" fmla="*/ 481 h 1951"/>
                <a:gd name="T54" fmla="*/ 2220 w 2230"/>
                <a:gd name="T55" fmla="*/ 543 h 1951"/>
                <a:gd name="T56" fmla="*/ 2230 w 2230"/>
                <a:gd name="T57" fmla="*/ 613 h 1951"/>
                <a:gd name="T58" fmla="*/ 2228 w 2230"/>
                <a:gd name="T59" fmla="*/ 1765 h 1951"/>
                <a:gd name="T60" fmla="*/ 2205 w 2230"/>
                <a:gd name="T61" fmla="*/ 1831 h 1951"/>
                <a:gd name="T62" fmla="*/ 2165 w 2230"/>
                <a:gd name="T63" fmla="*/ 1886 h 1951"/>
                <a:gd name="T64" fmla="*/ 2110 w 2230"/>
                <a:gd name="T65" fmla="*/ 1926 h 1951"/>
                <a:gd name="T66" fmla="*/ 2043 w 2230"/>
                <a:gd name="T67" fmla="*/ 1949 h 1951"/>
                <a:gd name="T68" fmla="*/ 223 w 2230"/>
                <a:gd name="T69" fmla="*/ 1951 h 1951"/>
                <a:gd name="T70" fmla="*/ 152 w 2230"/>
                <a:gd name="T71" fmla="*/ 1940 h 1951"/>
                <a:gd name="T72" fmla="*/ 91 w 2230"/>
                <a:gd name="T73" fmla="*/ 1909 h 1951"/>
                <a:gd name="T74" fmla="*/ 43 w 2230"/>
                <a:gd name="T75" fmla="*/ 1860 h 1951"/>
                <a:gd name="T76" fmla="*/ 10 w 2230"/>
                <a:gd name="T77" fmla="*/ 1799 h 1951"/>
                <a:gd name="T78" fmla="*/ 0 w 2230"/>
                <a:gd name="T79" fmla="*/ 1728 h 1951"/>
                <a:gd name="T80" fmla="*/ 2 w 2230"/>
                <a:gd name="T81" fmla="*/ 576 h 1951"/>
                <a:gd name="T82" fmla="*/ 25 w 2230"/>
                <a:gd name="T83" fmla="*/ 510 h 1951"/>
                <a:gd name="T84" fmla="*/ 65 w 2230"/>
                <a:gd name="T85" fmla="*/ 455 h 1951"/>
                <a:gd name="T86" fmla="*/ 120 w 2230"/>
                <a:gd name="T87" fmla="*/ 415 h 1951"/>
                <a:gd name="T88" fmla="*/ 187 w 2230"/>
                <a:gd name="T89" fmla="*/ 392 h 1951"/>
                <a:gd name="T90" fmla="*/ 557 w 2230"/>
                <a:gd name="T91" fmla="*/ 390 h 1951"/>
                <a:gd name="T92" fmla="*/ 560 w 2230"/>
                <a:gd name="T93" fmla="*/ 187 h 1951"/>
                <a:gd name="T94" fmla="*/ 582 w 2230"/>
                <a:gd name="T95" fmla="*/ 120 h 1951"/>
                <a:gd name="T96" fmla="*/ 623 w 2230"/>
                <a:gd name="T97" fmla="*/ 65 h 1951"/>
                <a:gd name="T98" fmla="*/ 678 w 2230"/>
                <a:gd name="T99" fmla="*/ 25 h 1951"/>
                <a:gd name="T100" fmla="*/ 744 w 2230"/>
                <a:gd name="T101" fmla="*/ 2 h 19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230" h="1951">
                  <a:moveTo>
                    <a:pt x="669" y="892"/>
                  </a:moveTo>
                  <a:lnTo>
                    <a:pt x="669" y="1004"/>
                  </a:lnTo>
                  <a:lnTo>
                    <a:pt x="671" y="1039"/>
                  </a:lnTo>
                  <a:lnTo>
                    <a:pt x="680" y="1074"/>
                  </a:lnTo>
                  <a:lnTo>
                    <a:pt x="694" y="1106"/>
                  </a:lnTo>
                  <a:lnTo>
                    <a:pt x="711" y="1136"/>
                  </a:lnTo>
                  <a:lnTo>
                    <a:pt x="734" y="1162"/>
                  </a:lnTo>
                  <a:lnTo>
                    <a:pt x="760" y="1183"/>
                  </a:lnTo>
                  <a:lnTo>
                    <a:pt x="789" y="1202"/>
                  </a:lnTo>
                  <a:lnTo>
                    <a:pt x="822" y="1216"/>
                  </a:lnTo>
                  <a:lnTo>
                    <a:pt x="855" y="1223"/>
                  </a:lnTo>
                  <a:lnTo>
                    <a:pt x="892" y="1226"/>
                  </a:lnTo>
                  <a:lnTo>
                    <a:pt x="1338" y="1226"/>
                  </a:lnTo>
                  <a:lnTo>
                    <a:pt x="1375" y="1223"/>
                  </a:lnTo>
                  <a:lnTo>
                    <a:pt x="1408" y="1216"/>
                  </a:lnTo>
                  <a:lnTo>
                    <a:pt x="1441" y="1202"/>
                  </a:lnTo>
                  <a:lnTo>
                    <a:pt x="1470" y="1183"/>
                  </a:lnTo>
                  <a:lnTo>
                    <a:pt x="1496" y="1162"/>
                  </a:lnTo>
                  <a:lnTo>
                    <a:pt x="1519" y="1136"/>
                  </a:lnTo>
                  <a:lnTo>
                    <a:pt x="1536" y="1106"/>
                  </a:lnTo>
                  <a:lnTo>
                    <a:pt x="1550" y="1074"/>
                  </a:lnTo>
                  <a:lnTo>
                    <a:pt x="1559" y="1039"/>
                  </a:lnTo>
                  <a:lnTo>
                    <a:pt x="1562" y="1004"/>
                  </a:lnTo>
                  <a:lnTo>
                    <a:pt x="1562" y="892"/>
                  </a:lnTo>
                  <a:lnTo>
                    <a:pt x="1338" y="892"/>
                  </a:lnTo>
                  <a:lnTo>
                    <a:pt x="1338" y="1004"/>
                  </a:lnTo>
                  <a:lnTo>
                    <a:pt x="892" y="1004"/>
                  </a:lnTo>
                  <a:lnTo>
                    <a:pt x="892" y="892"/>
                  </a:lnTo>
                  <a:lnTo>
                    <a:pt x="669" y="892"/>
                  </a:lnTo>
                  <a:close/>
                  <a:moveTo>
                    <a:pt x="781" y="223"/>
                  </a:moveTo>
                  <a:lnTo>
                    <a:pt x="781" y="390"/>
                  </a:lnTo>
                  <a:lnTo>
                    <a:pt x="1449" y="390"/>
                  </a:lnTo>
                  <a:lnTo>
                    <a:pt x="1449" y="223"/>
                  </a:lnTo>
                  <a:lnTo>
                    <a:pt x="781" y="223"/>
                  </a:lnTo>
                  <a:close/>
                  <a:moveTo>
                    <a:pt x="781" y="0"/>
                  </a:moveTo>
                  <a:lnTo>
                    <a:pt x="1449" y="0"/>
                  </a:lnTo>
                  <a:lnTo>
                    <a:pt x="1486" y="2"/>
                  </a:lnTo>
                  <a:lnTo>
                    <a:pt x="1521" y="10"/>
                  </a:lnTo>
                  <a:lnTo>
                    <a:pt x="1552" y="25"/>
                  </a:lnTo>
                  <a:lnTo>
                    <a:pt x="1581" y="43"/>
                  </a:lnTo>
                  <a:lnTo>
                    <a:pt x="1607" y="65"/>
                  </a:lnTo>
                  <a:lnTo>
                    <a:pt x="1630" y="91"/>
                  </a:lnTo>
                  <a:lnTo>
                    <a:pt x="1648" y="120"/>
                  </a:lnTo>
                  <a:lnTo>
                    <a:pt x="1661" y="152"/>
                  </a:lnTo>
                  <a:lnTo>
                    <a:pt x="1670" y="187"/>
                  </a:lnTo>
                  <a:lnTo>
                    <a:pt x="1673" y="223"/>
                  </a:lnTo>
                  <a:lnTo>
                    <a:pt x="1673" y="390"/>
                  </a:lnTo>
                  <a:lnTo>
                    <a:pt x="2008" y="390"/>
                  </a:lnTo>
                  <a:lnTo>
                    <a:pt x="2043" y="392"/>
                  </a:lnTo>
                  <a:lnTo>
                    <a:pt x="2078" y="401"/>
                  </a:lnTo>
                  <a:lnTo>
                    <a:pt x="2110" y="415"/>
                  </a:lnTo>
                  <a:lnTo>
                    <a:pt x="2139" y="432"/>
                  </a:lnTo>
                  <a:lnTo>
                    <a:pt x="2165" y="455"/>
                  </a:lnTo>
                  <a:lnTo>
                    <a:pt x="2187" y="481"/>
                  </a:lnTo>
                  <a:lnTo>
                    <a:pt x="2205" y="510"/>
                  </a:lnTo>
                  <a:lnTo>
                    <a:pt x="2220" y="543"/>
                  </a:lnTo>
                  <a:lnTo>
                    <a:pt x="2228" y="576"/>
                  </a:lnTo>
                  <a:lnTo>
                    <a:pt x="2230" y="613"/>
                  </a:lnTo>
                  <a:lnTo>
                    <a:pt x="2230" y="1728"/>
                  </a:lnTo>
                  <a:lnTo>
                    <a:pt x="2228" y="1765"/>
                  </a:lnTo>
                  <a:lnTo>
                    <a:pt x="2220" y="1799"/>
                  </a:lnTo>
                  <a:lnTo>
                    <a:pt x="2205" y="1831"/>
                  </a:lnTo>
                  <a:lnTo>
                    <a:pt x="2187" y="1860"/>
                  </a:lnTo>
                  <a:lnTo>
                    <a:pt x="2165" y="1886"/>
                  </a:lnTo>
                  <a:lnTo>
                    <a:pt x="2139" y="1909"/>
                  </a:lnTo>
                  <a:lnTo>
                    <a:pt x="2110" y="1926"/>
                  </a:lnTo>
                  <a:lnTo>
                    <a:pt x="2078" y="1940"/>
                  </a:lnTo>
                  <a:lnTo>
                    <a:pt x="2043" y="1949"/>
                  </a:lnTo>
                  <a:lnTo>
                    <a:pt x="2008" y="1951"/>
                  </a:lnTo>
                  <a:lnTo>
                    <a:pt x="223" y="1951"/>
                  </a:lnTo>
                  <a:lnTo>
                    <a:pt x="187" y="1949"/>
                  </a:lnTo>
                  <a:lnTo>
                    <a:pt x="152" y="1940"/>
                  </a:lnTo>
                  <a:lnTo>
                    <a:pt x="120" y="1926"/>
                  </a:lnTo>
                  <a:lnTo>
                    <a:pt x="91" y="1909"/>
                  </a:lnTo>
                  <a:lnTo>
                    <a:pt x="65" y="1886"/>
                  </a:lnTo>
                  <a:lnTo>
                    <a:pt x="43" y="1860"/>
                  </a:lnTo>
                  <a:lnTo>
                    <a:pt x="25" y="1831"/>
                  </a:lnTo>
                  <a:lnTo>
                    <a:pt x="10" y="1799"/>
                  </a:lnTo>
                  <a:lnTo>
                    <a:pt x="2" y="1765"/>
                  </a:lnTo>
                  <a:lnTo>
                    <a:pt x="0" y="1728"/>
                  </a:lnTo>
                  <a:lnTo>
                    <a:pt x="0" y="613"/>
                  </a:lnTo>
                  <a:lnTo>
                    <a:pt x="2" y="576"/>
                  </a:lnTo>
                  <a:lnTo>
                    <a:pt x="10" y="543"/>
                  </a:lnTo>
                  <a:lnTo>
                    <a:pt x="25" y="510"/>
                  </a:lnTo>
                  <a:lnTo>
                    <a:pt x="43" y="481"/>
                  </a:lnTo>
                  <a:lnTo>
                    <a:pt x="65" y="455"/>
                  </a:lnTo>
                  <a:lnTo>
                    <a:pt x="91" y="432"/>
                  </a:lnTo>
                  <a:lnTo>
                    <a:pt x="120" y="415"/>
                  </a:lnTo>
                  <a:lnTo>
                    <a:pt x="152" y="401"/>
                  </a:lnTo>
                  <a:lnTo>
                    <a:pt x="187" y="392"/>
                  </a:lnTo>
                  <a:lnTo>
                    <a:pt x="223" y="390"/>
                  </a:lnTo>
                  <a:lnTo>
                    <a:pt x="557" y="390"/>
                  </a:lnTo>
                  <a:lnTo>
                    <a:pt x="557" y="223"/>
                  </a:lnTo>
                  <a:lnTo>
                    <a:pt x="560" y="187"/>
                  </a:lnTo>
                  <a:lnTo>
                    <a:pt x="569" y="152"/>
                  </a:lnTo>
                  <a:lnTo>
                    <a:pt x="582" y="120"/>
                  </a:lnTo>
                  <a:lnTo>
                    <a:pt x="600" y="91"/>
                  </a:lnTo>
                  <a:lnTo>
                    <a:pt x="623" y="65"/>
                  </a:lnTo>
                  <a:lnTo>
                    <a:pt x="649" y="43"/>
                  </a:lnTo>
                  <a:lnTo>
                    <a:pt x="678" y="25"/>
                  </a:lnTo>
                  <a:lnTo>
                    <a:pt x="709" y="10"/>
                  </a:lnTo>
                  <a:lnTo>
                    <a:pt x="744" y="2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CECFDC88-2456-550A-6F32-04D1E621402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-4502" y="457981"/>
            <a:ext cx="2527765" cy="447589"/>
          </a:xfrm>
          <a:prstGeom prst="rect">
            <a:avLst/>
          </a:prstGeom>
          <a:solidFill>
            <a:srgbClr val="CC003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300" b="1" kern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Languages</a:t>
            </a:r>
            <a:endParaRPr kumimoji="0" lang="fr-FR" sz="13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Freeform 18">
            <a:extLst>
              <a:ext uri="{FF2B5EF4-FFF2-40B4-BE49-F238E27FC236}">
                <a16:creationId xmlns:a16="http://schemas.microsoft.com/office/drawing/2014/main" id="{038F16D8-8666-A0D7-4C13-9CE09C88EABE}"/>
              </a:ext>
            </a:extLst>
          </p:cNvPr>
          <p:cNvSpPr>
            <a:spLocks/>
          </p:cNvSpPr>
          <p:nvPr/>
        </p:nvSpPr>
        <p:spPr bwMode="auto">
          <a:xfrm>
            <a:off x="991771" y="1219173"/>
            <a:ext cx="0" cy="3703"/>
          </a:xfrm>
          <a:custGeom>
            <a:avLst/>
            <a:gdLst>
              <a:gd name="T0" fmla="*/ 1 w 1"/>
              <a:gd name="T1" fmla="*/ 0 h 35"/>
              <a:gd name="T2" fmla="*/ 1 w 1"/>
              <a:gd name="T3" fmla="*/ 5 h 35"/>
              <a:gd name="T4" fmla="*/ 1 w 1"/>
              <a:gd name="T5" fmla="*/ 35 h 35"/>
              <a:gd name="T6" fmla="*/ 1 w 1"/>
              <a:gd name="T7" fmla="*/ 31 h 35"/>
              <a:gd name="T8" fmla="*/ 0 w 1"/>
              <a:gd name="T9" fmla="*/ 26 h 35"/>
              <a:gd name="T10" fmla="*/ 1 w 1"/>
              <a:gd name="T11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" h="35">
                <a:moveTo>
                  <a:pt x="1" y="0"/>
                </a:moveTo>
                <a:lnTo>
                  <a:pt x="1" y="5"/>
                </a:lnTo>
                <a:lnTo>
                  <a:pt x="1" y="35"/>
                </a:lnTo>
                <a:lnTo>
                  <a:pt x="1" y="31"/>
                </a:lnTo>
                <a:lnTo>
                  <a:pt x="0" y="26"/>
                </a:lnTo>
                <a:lnTo>
                  <a:pt x="1" y="0"/>
                </a:lnTo>
                <a:close/>
              </a:path>
            </a:pathLst>
          </a:custGeom>
          <a:noFill/>
          <a:ln w="0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103">
            <a:extLst>
              <a:ext uri="{FF2B5EF4-FFF2-40B4-BE49-F238E27FC236}">
                <a16:creationId xmlns:a16="http://schemas.microsoft.com/office/drawing/2014/main" id="{E75DE5A8-FE8A-2545-1578-54B7C84E76EF}"/>
              </a:ext>
            </a:extLst>
          </p:cNvPr>
          <p:cNvSpPr txBox="1"/>
          <p:nvPr/>
        </p:nvSpPr>
        <p:spPr>
          <a:xfrm>
            <a:off x="5027" y="984901"/>
            <a:ext cx="7729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Englis</a:t>
            </a:r>
            <a:r>
              <a:rPr lang="en-US" sz="14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Organigramme : Connecteur 49">
            <a:extLst>
              <a:ext uri="{FF2B5EF4-FFF2-40B4-BE49-F238E27FC236}">
                <a16:creationId xmlns:a16="http://schemas.microsoft.com/office/drawing/2014/main" id="{E6E71DA8-A884-E965-4E39-5E2090D23A7D}"/>
              </a:ext>
            </a:extLst>
          </p:cNvPr>
          <p:cNvSpPr/>
          <p:nvPr/>
        </p:nvSpPr>
        <p:spPr>
          <a:xfrm>
            <a:off x="972438" y="1085561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Organigramme : Connecteur 50">
            <a:extLst>
              <a:ext uri="{FF2B5EF4-FFF2-40B4-BE49-F238E27FC236}">
                <a16:creationId xmlns:a16="http://schemas.microsoft.com/office/drawing/2014/main" id="{8638489A-7549-5E06-5653-F1BC566B3E85}"/>
              </a:ext>
            </a:extLst>
          </p:cNvPr>
          <p:cNvSpPr/>
          <p:nvPr/>
        </p:nvSpPr>
        <p:spPr>
          <a:xfrm>
            <a:off x="1191950" y="1086959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Organigramme : Connecteur 51">
            <a:extLst>
              <a:ext uri="{FF2B5EF4-FFF2-40B4-BE49-F238E27FC236}">
                <a16:creationId xmlns:a16="http://schemas.microsoft.com/office/drawing/2014/main" id="{6E45C0A3-C625-C600-1330-097433CE5051}"/>
              </a:ext>
            </a:extLst>
          </p:cNvPr>
          <p:cNvSpPr/>
          <p:nvPr/>
        </p:nvSpPr>
        <p:spPr>
          <a:xfrm>
            <a:off x="1419851" y="1088357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Organigramme : Connecteur 52">
            <a:extLst>
              <a:ext uri="{FF2B5EF4-FFF2-40B4-BE49-F238E27FC236}">
                <a16:creationId xmlns:a16="http://schemas.microsoft.com/office/drawing/2014/main" id="{8081CC12-5638-9405-660F-A47371E613AF}"/>
              </a:ext>
            </a:extLst>
          </p:cNvPr>
          <p:cNvSpPr/>
          <p:nvPr/>
        </p:nvSpPr>
        <p:spPr>
          <a:xfrm>
            <a:off x="1656141" y="1089755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Organigramme : Connecteur 54">
            <a:extLst>
              <a:ext uri="{FF2B5EF4-FFF2-40B4-BE49-F238E27FC236}">
                <a16:creationId xmlns:a16="http://schemas.microsoft.com/office/drawing/2014/main" id="{AED52A64-7779-544B-1285-3E99EF7E65ED}"/>
              </a:ext>
            </a:extLst>
          </p:cNvPr>
          <p:cNvSpPr/>
          <p:nvPr/>
        </p:nvSpPr>
        <p:spPr>
          <a:xfrm>
            <a:off x="1892431" y="1090856"/>
            <a:ext cx="150590" cy="15059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F70247-FFC0-03FA-6F3D-57E8ECF202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909139" y="2401947"/>
            <a:ext cx="7612802" cy="978112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7012" lvl="0">
              <a:defRPr/>
            </a:pPr>
            <a:endParaRPr lang="fr-FR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0" indent="-173038">
              <a:buFont typeface="Arial" panose="020B0604020202020204" pitchFamily="34" charset="0"/>
              <a:buChar char="•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2022 :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Bachelor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engineering,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Electrical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electronics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engineering – Accra Institute of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Accra</a:t>
            </a:r>
          </a:p>
          <a:p>
            <a:pPr marL="400050" lvl="0" indent="-173038">
              <a:buFont typeface="Arial" panose="020B0604020202020204" pitchFamily="34" charset="0"/>
              <a:buChar char="•"/>
              <a:defRPr/>
            </a:pP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2020 : High National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Diploma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Electrical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electronics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engineering – Takoradi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kern="0" dirty="0" err="1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</a:t>
            </a:r>
            <a:r>
              <a:rPr lang="fr-FR" sz="1200" kern="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Takoradi</a:t>
            </a:r>
          </a:p>
          <a:p>
            <a:pPr marL="400050" lvl="0" indent="-173038">
              <a:buFont typeface="Arial" panose="020B0604020202020204" pitchFamily="34" charset="0"/>
              <a:buChar char="•"/>
              <a:defRPr/>
            </a:pPr>
            <a:endParaRPr lang="fr-FR" sz="1200" kern="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6B74C9-4E4B-1A34-9B00-488F0B1AC35E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3423406" y="2505159"/>
            <a:ext cx="1294935" cy="86743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3500" tIns="0" rIns="64800" bIns="0" rtlCol="0" anchor="ctr"/>
          <a:lstStyle/>
          <a:p>
            <a:pPr algn="ctr">
              <a:spcBef>
                <a:spcPct val="0"/>
              </a:spcBef>
              <a:buClrTx/>
              <a:buSzPct val="90000"/>
            </a:pPr>
            <a:endParaRPr lang="en-GB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6A0E7FD3-309C-D617-7011-B6B1012022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2809603" y="2175444"/>
            <a:ext cx="552985" cy="552985"/>
            <a:chOff x="11915507" y="641751"/>
            <a:chExt cx="552985" cy="552985"/>
          </a:xfrm>
        </p:grpSpPr>
        <p:sp>
          <p:nvSpPr>
            <p:cNvPr id="11" name="Oval 6">
              <a:extLst>
                <a:ext uri="{FF2B5EF4-FFF2-40B4-BE49-F238E27FC236}">
                  <a16:creationId xmlns:a16="http://schemas.microsoft.com/office/drawing/2014/main" id="{327EDD58-D4AA-B26A-1429-538310C624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15507" y="641751"/>
              <a:ext cx="552985" cy="55298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2" name="Group 5">
              <a:extLst>
                <a:ext uri="{FF2B5EF4-FFF2-40B4-BE49-F238E27FC236}">
                  <a16:creationId xmlns:a16="http://schemas.microsoft.com/office/drawing/2014/main" id="{CAB50C0F-1130-2C58-6070-70A4E8E68264}"/>
                </a:ext>
              </a:extLst>
            </p:cNvPr>
            <p:cNvGrpSpPr/>
            <p:nvPr/>
          </p:nvGrpSpPr>
          <p:grpSpPr>
            <a:xfrm>
              <a:off x="12019598" y="762648"/>
              <a:ext cx="344803" cy="311190"/>
              <a:chOff x="5994732" y="201531"/>
              <a:chExt cx="344803" cy="311190"/>
            </a:xfrm>
            <a:solidFill>
              <a:schemeClr val="bg1"/>
            </a:solidFill>
          </p:grpSpPr>
          <p:sp>
            <p:nvSpPr>
              <p:cNvPr id="13" name="Rectangle 95">
                <a:extLst>
                  <a:ext uri="{FF2B5EF4-FFF2-40B4-BE49-F238E27FC236}">
                    <a16:creationId xmlns:a16="http://schemas.microsoft.com/office/drawing/2014/main" id="{5F5085AC-A32A-74E5-A154-E7DC43416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7854" y="434653"/>
                <a:ext cx="68310" cy="2602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4" name="Freeform 96">
                <a:extLst>
                  <a:ext uri="{FF2B5EF4-FFF2-40B4-BE49-F238E27FC236}">
                    <a16:creationId xmlns:a16="http://schemas.microsoft.com/office/drawing/2014/main" id="{A213FA25-02D3-75FF-DE9D-B598AF049A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3763" y="201531"/>
                <a:ext cx="86743" cy="26023"/>
              </a:xfrm>
              <a:custGeom>
                <a:avLst/>
                <a:gdLst>
                  <a:gd name="T0" fmla="*/ 111 w 558"/>
                  <a:gd name="T1" fmla="*/ 0 h 168"/>
                  <a:gd name="T2" fmla="*/ 447 w 558"/>
                  <a:gd name="T3" fmla="*/ 0 h 168"/>
                  <a:gd name="T4" fmla="*/ 472 w 558"/>
                  <a:gd name="T5" fmla="*/ 3 h 168"/>
                  <a:gd name="T6" fmla="*/ 495 w 558"/>
                  <a:gd name="T7" fmla="*/ 12 h 168"/>
                  <a:gd name="T8" fmla="*/ 516 w 558"/>
                  <a:gd name="T9" fmla="*/ 25 h 168"/>
                  <a:gd name="T10" fmla="*/ 533 w 558"/>
                  <a:gd name="T11" fmla="*/ 42 h 168"/>
                  <a:gd name="T12" fmla="*/ 546 w 558"/>
                  <a:gd name="T13" fmla="*/ 63 h 168"/>
                  <a:gd name="T14" fmla="*/ 555 w 558"/>
                  <a:gd name="T15" fmla="*/ 86 h 168"/>
                  <a:gd name="T16" fmla="*/ 558 w 558"/>
                  <a:gd name="T17" fmla="*/ 111 h 168"/>
                  <a:gd name="T18" fmla="*/ 558 w 558"/>
                  <a:gd name="T19" fmla="*/ 168 h 168"/>
                  <a:gd name="T20" fmla="*/ 0 w 558"/>
                  <a:gd name="T21" fmla="*/ 168 h 168"/>
                  <a:gd name="T22" fmla="*/ 0 w 558"/>
                  <a:gd name="T23" fmla="*/ 111 h 168"/>
                  <a:gd name="T24" fmla="*/ 3 w 558"/>
                  <a:gd name="T25" fmla="*/ 86 h 168"/>
                  <a:gd name="T26" fmla="*/ 12 w 558"/>
                  <a:gd name="T27" fmla="*/ 63 h 168"/>
                  <a:gd name="T28" fmla="*/ 25 w 558"/>
                  <a:gd name="T29" fmla="*/ 42 h 168"/>
                  <a:gd name="T30" fmla="*/ 42 w 558"/>
                  <a:gd name="T31" fmla="*/ 25 h 168"/>
                  <a:gd name="T32" fmla="*/ 63 w 558"/>
                  <a:gd name="T33" fmla="*/ 12 h 168"/>
                  <a:gd name="T34" fmla="*/ 86 w 558"/>
                  <a:gd name="T35" fmla="*/ 3 h 168"/>
                  <a:gd name="T36" fmla="*/ 111 w 558"/>
                  <a:gd name="T37" fmla="*/ 0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58" h="168">
                    <a:moveTo>
                      <a:pt x="111" y="0"/>
                    </a:moveTo>
                    <a:lnTo>
                      <a:pt x="447" y="0"/>
                    </a:lnTo>
                    <a:lnTo>
                      <a:pt x="472" y="3"/>
                    </a:lnTo>
                    <a:lnTo>
                      <a:pt x="495" y="12"/>
                    </a:lnTo>
                    <a:lnTo>
                      <a:pt x="516" y="25"/>
                    </a:lnTo>
                    <a:lnTo>
                      <a:pt x="533" y="42"/>
                    </a:lnTo>
                    <a:lnTo>
                      <a:pt x="546" y="63"/>
                    </a:lnTo>
                    <a:lnTo>
                      <a:pt x="555" y="86"/>
                    </a:lnTo>
                    <a:lnTo>
                      <a:pt x="558" y="111"/>
                    </a:lnTo>
                    <a:lnTo>
                      <a:pt x="558" y="168"/>
                    </a:lnTo>
                    <a:lnTo>
                      <a:pt x="0" y="168"/>
                    </a:lnTo>
                    <a:lnTo>
                      <a:pt x="0" y="111"/>
                    </a:lnTo>
                    <a:lnTo>
                      <a:pt x="3" y="86"/>
                    </a:lnTo>
                    <a:lnTo>
                      <a:pt x="12" y="63"/>
                    </a:lnTo>
                    <a:lnTo>
                      <a:pt x="25" y="42"/>
                    </a:lnTo>
                    <a:lnTo>
                      <a:pt x="42" y="25"/>
                    </a:lnTo>
                    <a:lnTo>
                      <a:pt x="63" y="12"/>
                    </a:lnTo>
                    <a:lnTo>
                      <a:pt x="86" y="3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8" name="Rectangle 97">
                <a:extLst>
                  <a:ext uri="{FF2B5EF4-FFF2-40B4-BE49-F238E27FC236}">
                    <a16:creationId xmlns:a16="http://schemas.microsoft.com/office/drawing/2014/main" id="{97F4BB83-A496-3A21-3C65-D3CFD8F07B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3763" y="252493"/>
                <a:ext cx="86743" cy="156137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Freeform 98">
                <a:extLst>
                  <a:ext uri="{FF2B5EF4-FFF2-40B4-BE49-F238E27FC236}">
                    <a16:creationId xmlns:a16="http://schemas.microsoft.com/office/drawing/2014/main" id="{A02D426A-B99A-9419-D026-098097D10D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7854" y="236229"/>
                <a:ext cx="68310" cy="24939"/>
              </a:xfrm>
              <a:custGeom>
                <a:avLst/>
                <a:gdLst>
                  <a:gd name="T0" fmla="*/ 111 w 445"/>
                  <a:gd name="T1" fmla="*/ 0 h 166"/>
                  <a:gd name="T2" fmla="*/ 334 w 445"/>
                  <a:gd name="T3" fmla="*/ 0 h 166"/>
                  <a:gd name="T4" fmla="*/ 360 w 445"/>
                  <a:gd name="T5" fmla="*/ 2 h 166"/>
                  <a:gd name="T6" fmla="*/ 384 w 445"/>
                  <a:gd name="T7" fmla="*/ 11 h 166"/>
                  <a:gd name="T8" fmla="*/ 404 w 445"/>
                  <a:gd name="T9" fmla="*/ 24 h 166"/>
                  <a:gd name="T10" fmla="*/ 421 w 445"/>
                  <a:gd name="T11" fmla="*/ 41 h 166"/>
                  <a:gd name="T12" fmla="*/ 434 w 445"/>
                  <a:gd name="T13" fmla="*/ 61 h 166"/>
                  <a:gd name="T14" fmla="*/ 443 w 445"/>
                  <a:gd name="T15" fmla="*/ 85 h 166"/>
                  <a:gd name="T16" fmla="*/ 445 w 445"/>
                  <a:gd name="T17" fmla="*/ 111 h 166"/>
                  <a:gd name="T18" fmla="*/ 445 w 445"/>
                  <a:gd name="T19" fmla="*/ 166 h 166"/>
                  <a:gd name="T20" fmla="*/ 0 w 445"/>
                  <a:gd name="T21" fmla="*/ 166 h 166"/>
                  <a:gd name="T22" fmla="*/ 0 w 445"/>
                  <a:gd name="T23" fmla="*/ 111 h 166"/>
                  <a:gd name="T24" fmla="*/ 3 w 445"/>
                  <a:gd name="T25" fmla="*/ 85 h 166"/>
                  <a:gd name="T26" fmla="*/ 10 w 445"/>
                  <a:gd name="T27" fmla="*/ 61 h 166"/>
                  <a:gd name="T28" fmla="*/ 24 w 445"/>
                  <a:gd name="T29" fmla="*/ 41 h 166"/>
                  <a:gd name="T30" fmla="*/ 42 w 445"/>
                  <a:gd name="T31" fmla="*/ 24 h 166"/>
                  <a:gd name="T32" fmla="*/ 62 w 445"/>
                  <a:gd name="T33" fmla="*/ 11 h 166"/>
                  <a:gd name="T34" fmla="*/ 85 w 445"/>
                  <a:gd name="T35" fmla="*/ 2 h 166"/>
                  <a:gd name="T36" fmla="*/ 111 w 445"/>
                  <a:gd name="T37" fmla="*/ 0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45" h="166">
                    <a:moveTo>
                      <a:pt x="111" y="0"/>
                    </a:moveTo>
                    <a:lnTo>
                      <a:pt x="334" y="0"/>
                    </a:lnTo>
                    <a:lnTo>
                      <a:pt x="360" y="2"/>
                    </a:lnTo>
                    <a:lnTo>
                      <a:pt x="384" y="11"/>
                    </a:lnTo>
                    <a:lnTo>
                      <a:pt x="404" y="24"/>
                    </a:lnTo>
                    <a:lnTo>
                      <a:pt x="421" y="41"/>
                    </a:lnTo>
                    <a:lnTo>
                      <a:pt x="434" y="61"/>
                    </a:lnTo>
                    <a:lnTo>
                      <a:pt x="443" y="85"/>
                    </a:lnTo>
                    <a:lnTo>
                      <a:pt x="445" y="111"/>
                    </a:lnTo>
                    <a:lnTo>
                      <a:pt x="445" y="166"/>
                    </a:lnTo>
                    <a:lnTo>
                      <a:pt x="0" y="166"/>
                    </a:lnTo>
                    <a:lnTo>
                      <a:pt x="0" y="111"/>
                    </a:lnTo>
                    <a:lnTo>
                      <a:pt x="3" y="85"/>
                    </a:lnTo>
                    <a:lnTo>
                      <a:pt x="10" y="61"/>
                    </a:lnTo>
                    <a:lnTo>
                      <a:pt x="24" y="41"/>
                    </a:lnTo>
                    <a:lnTo>
                      <a:pt x="42" y="24"/>
                    </a:lnTo>
                    <a:lnTo>
                      <a:pt x="62" y="11"/>
                    </a:lnTo>
                    <a:lnTo>
                      <a:pt x="85" y="2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0" name="Rectangle 99">
                <a:extLst>
                  <a:ext uri="{FF2B5EF4-FFF2-40B4-BE49-F238E27FC236}">
                    <a16:creationId xmlns:a16="http://schemas.microsoft.com/office/drawing/2014/main" id="{5B44A7C0-2A50-D9D4-CB75-A0021CC452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7854" y="287190"/>
                <a:ext cx="68310" cy="121440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Rectangle 100">
                <a:extLst>
                  <a:ext uri="{FF2B5EF4-FFF2-40B4-BE49-F238E27FC236}">
                    <a16:creationId xmlns:a16="http://schemas.microsoft.com/office/drawing/2014/main" id="{199C9161-B907-7F94-276A-AD640431E3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3763" y="434653"/>
                <a:ext cx="86743" cy="2602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2" name="Freeform 101">
                <a:extLst>
                  <a:ext uri="{FF2B5EF4-FFF2-40B4-BE49-F238E27FC236}">
                    <a16:creationId xmlns:a16="http://schemas.microsoft.com/office/drawing/2014/main" id="{6EC9968A-5464-1F94-6333-9AE721B83D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8104" y="269841"/>
                <a:ext cx="68310" cy="26023"/>
              </a:xfrm>
              <a:custGeom>
                <a:avLst/>
                <a:gdLst>
                  <a:gd name="T0" fmla="*/ 111 w 445"/>
                  <a:gd name="T1" fmla="*/ 0 h 167"/>
                  <a:gd name="T2" fmla="*/ 334 w 445"/>
                  <a:gd name="T3" fmla="*/ 0 h 167"/>
                  <a:gd name="T4" fmla="*/ 360 w 445"/>
                  <a:gd name="T5" fmla="*/ 3 h 167"/>
                  <a:gd name="T6" fmla="*/ 383 w 445"/>
                  <a:gd name="T7" fmla="*/ 10 h 167"/>
                  <a:gd name="T8" fmla="*/ 403 w 445"/>
                  <a:gd name="T9" fmla="*/ 24 h 167"/>
                  <a:gd name="T10" fmla="*/ 421 w 445"/>
                  <a:gd name="T11" fmla="*/ 41 h 167"/>
                  <a:gd name="T12" fmla="*/ 435 w 445"/>
                  <a:gd name="T13" fmla="*/ 62 h 167"/>
                  <a:gd name="T14" fmla="*/ 442 w 445"/>
                  <a:gd name="T15" fmla="*/ 85 h 167"/>
                  <a:gd name="T16" fmla="*/ 445 w 445"/>
                  <a:gd name="T17" fmla="*/ 111 h 167"/>
                  <a:gd name="T18" fmla="*/ 445 w 445"/>
                  <a:gd name="T19" fmla="*/ 167 h 167"/>
                  <a:gd name="T20" fmla="*/ 0 w 445"/>
                  <a:gd name="T21" fmla="*/ 167 h 167"/>
                  <a:gd name="T22" fmla="*/ 0 w 445"/>
                  <a:gd name="T23" fmla="*/ 111 h 167"/>
                  <a:gd name="T24" fmla="*/ 2 w 445"/>
                  <a:gd name="T25" fmla="*/ 85 h 167"/>
                  <a:gd name="T26" fmla="*/ 11 w 445"/>
                  <a:gd name="T27" fmla="*/ 62 h 167"/>
                  <a:gd name="T28" fmla="*/ 24 w 445"/>
                  <a:gd name="T29" fmla="*/ 41 h 167"/>
                  <a:gd name="T30" fmla="*/ 41 w 445"/>
                  <a:gd name="T31" fmla="*/ 24 h 167"/>
                  <a:gd name="T32" fmla="*/ 61 w 445"/>
                  <a:gd name="T33" fmla="*/ 10 h 167"/>
                  <a:gd name="T34" fmla="*/ 85 w 445"/>
                  <a:gd name="T35" fmla="*/ 3 h 167"/>
                  <a:gd name="T36" fmla="*/ 111 w 445"/>
                  <a:gd name="T37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45" h="167">
                    <a:moveTo>
                      <a:pt x="111" y="0"/>
                    </a:moveTo>
                    <a:lnTo>
                      <a:pt x="334" y="0"/>
                    </a:lnTo>
                    <a:lnTo>
                      <a:pt x="360" y="3"/>
                    </a:lnTo>
                    <a:lnTo>
                      <a:pt x="383" y="10"/>
                    </a:lnTo>
                    <a:lnTo>
                      <a:pt x="403" y="24"/>
                    </a:lnTo>
                    <a:lnTo>
                      <a:pt x="421" y="41"/>
                    </a:lnTo>
                    <a:lnTo>
                      <a:pt x="435" y="62"/>
                    </a:lnTo>
                    <a:lnTo>
                      <a:pt x="442" y="85"/>
                    </a:lnTo>
                    <a:lnTo>
                      <a:pt x="445" y="111"/>
                    </a:lnTo>
                    <a:lnTo>
                      <a:pt x="445" y="167"/>
                    </a:lnTo>
                    <a:lnTo>
                      <a:pt x="0" y="167"/>
                    </a:lnTo>
                    <a:lnTo>
                      <a:pt x="0" y="111"/>
                    </a:lnTo>
                    <a:lnTo>
                      <a:pt x="2" y="85"/>
                    </a:lnTo>
                    <a:lnTo>
                      <a:pt x="11" y="62"/>
                    </a:lnTo>
                    <a:lnTo>
                      <a:pt x="24" y="41"/>
                    </a:lnTo>
                    <a:lnTo>
                      <a:pt x="41" y="24"/>
                    </a:lnTo>
                    <a:lnTo>
                      <a:pt x="61" y="10"/>
                    </a:lnTo>
                    <a:lnTo>
                      <a:pt x="85" y="3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Freeform 102">
                <a:extLst>
                  <a:ext uri="{FF2B5EF4-FFF2-40B4-BE49-F238E27FC236}">
                    <a16:creationId xmlns:a16="http://schemas.microsoft.com/office/drawing/2014/main" id="{81CF1573-7F39-1EC5-A97E-FA35A06DE8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4732" y="478024"/>
                <a:ext cx="344803" cy="34697"/>
              </a:xfrm>
              <a:custGeom>
                <a:avLst/>
                <a:gdLst>
                  <a:gd name="T0" fmla="*/ 111 w 2230"/>
                  <a:gd name="T1" fmla="*/ 0 h 224"/>
                  <a:gd name="T2" fmla="*/ 2119 w 2230"/>
                  <a:gd name="T3" fmla="*/ 0 h 224"/>
                  <a:gd name="T4" fmla="*/ 2145 w 2230"/>
                  <a:gd name="T5" fmla="*/ 3 h 224"/>
                  <a:gd name="T6" fmla="*/ 2168 w 2230"/>
                  <a:gd name="T7" fmla="*/ 12 h 224"/>
                  <a:gd name="T8" fmla="*/ 2189 w 2230"/>
                  <a:gd name="T9" fmla="*/ 25 h 224"/>
                  <a:gd name="T10" fmla="*/ 2207 w 2230"/>
                  <a:gd name="T11" fmla="*/ 42 h 224"/>
                  <a:gd name="T12" fmla="*/ 2220 w 2230"/>
                  <a:gd name="T13" fmla="*/ 63 h 224"/>
                  <a:gd name="T14" fmla="*/ 2228 w 2230"/>
                  <a:gd name="T15" fmla="*/ 86 h 224"/>
                  <a:gd name="T16" fmla="*/ 2230 w 2230"/>
                  <a:gd name="T17" fmla="*/ 111 h 224"/>
                  <a:gd name="T18" fmla="*/ 2228 w 2230"/>
                  <a:gd name="T19" fmla="*/ 137 h 224"/>
                  <a:gd name="T20" fmla="*/ 2220 w 2230"/>
                  <a:gd name="T21" fmla="*/ 161 h 224"/>
                  <a:gd name="T22" fmla="*/ 2207 w 2230"/>
                  <a:gd name="T23" fmla="*/ 182 h 224"/>
                  <a:gd name="T24" fmla="*/ 2189 w 2230"/>
                  <a:gd name="T25" fmla="*/ 199 h 224"/>
                  <a:gd name="T26" fmla="*/ 2168 w 2230"/>
                  <a:gd name="T27" fmla="*/ 212 h 224"/>
                  <a:gd name="T28" fmla="*/ 2145 w 2230"/>
                  <a:gd name="T29" fmla="*/ 221 h 224"/>
                  <a:gd name="T30" fmla="*/ 2119 w 2230"/>
                  <a:gd name="T31" fmla="*/ 224 h 224"/>
                  <a:gd name="T32" fmla="*/ 111 w 2230"/>
                  <a:gd name="T33" fmla="*/ 224 h 224"/>
                  <a:gd name="T34" fmla="*/ 85 w 2230"/>
                  <a:gd name="T35" fmla="*/ 221 h 224"/>
                  <a:gd name="T36" fmla="*/ 62 w 2230"/>
                  <a:gd name="T37" fmla="*/ 212 h 224"/>
                  <a:gd name="T38" fmla="*/ 41 w 2230"/>
                  <a:gd name="T39" fmla="*/ 199 h 224"/>
                  <a:gd name="T40" fmla="*/ 23 w 2230"/>
                  <a:gd name="T41" fmla="*/ 182 h 224"/>
                  <a:gd name="T42" fmla="*/ 10 w 2230"/>
                  <a:gd name="T43" fmla="*/ 161 h 224"/>
                  <a:gd name="T44" fmla="*/ 2 w 2230"/>
                  <a:gd name="T45" fmla="*/ 137 h 224"/>
                  <a:gd name="T46" fmla="*/ 0 w 2230"/>
                  <a:gd name="T47" fmla="*/ 111 h 224"/>
                  <a:gd name="T48" fmla="*/ 2 w 2230"/>
                  <a:gd name="T49" fmla="*/ 86 h 224"/>
                  <a:gd name="T50" fmla="*/ 10 w 2230"/>
                  <a:gd name="T51" fmla="*/ 63 h 224"/>
                  <a:gd name="T52" fmla="*/ 23 w 2230"/>
                  <a:gd name="T53" fmla="*/ 42 h 224"/>
                  <a:gd name="T54" fmla="*/ 41 w 2230"/>
                  <a:gd name="T55" fmla="*/ 25 h 224"/>
                  <a:gd name="T56" fmla="*/ 62 w 2230"/>
                  <a:gd name="T57" fmla="*/ 12 h 224"/>
                  <a:gd name="T58" fmla="*/ 85 w 2230"/>
                  <a:gd name="T59" fmla="*/ 3 h 224"/>
                  <a:gd name="T60" fmla="*/ 111 w 2230"/>
                  <a:gd name="T61" fmla="*/ 0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230" h="224">
                    <a:moveTo>
                      <a:pt x="111" y="0"/>
                    </a:moveTo>
                    <a:lnTo>
                      <a:pt x="2119" y="0"/>
                    </a:lnTo>
                    <a:lnTo>
                      <a:pt x="2145" y="3"/>
                    </a:lnTo>
                    <a:lnTo>
                      <a:pt x="2168" y="12"/>
                    </a:lnTo>
                    <a:lnTo>
                      <a:pt x="2189" y="25"/>
                    </a:lnTo>
                    <a:lnTo>
                      <a:pt x="2207" y="42"/>
                    </a:lnTo>
                    <a:lnTo>
                      <a:pt x="2220" y="63"/>
                    </a:lnTo>
                    <a:lnTo>
                      <a:pt x="2228" y="86"/>
                    </a:lnTo>
                    <a:lnTo>
                      <a:pt x="2230" y="111"/>
                    </a:lnTo>
                    <a:lnTo>
                      <a:pt x="2228" y="137"/>
                    </a:lnTo>
                    <a:lnTo>
                      <a:pt x="2220" y="161"/>
                    </a:lnTo>
                    <a:lnTo>
                      <a:pt x="2207" y="182"/>
                    </a:lnTo>
                    <a:lnTo>
                      <a:pt x="2189" y="199"/>
                    </a:lnTo>
                    <a:lnTo>
                      <a:pt x="2168" y="212"/>
                    </a:lnTo>
                    <a:lnTo>
                      <a:pt x="2145" y="221"/>
                    </a:lnTo>
                    <a:lnTo>
                      <a:pt x="2119" y="224"/>
                    </a:lnTo>
                    <a:lnTo>
                      <a:pt x="111" y="224"/>
                    </a:lnTo>
                    <a:lnTo>
                      <a:pt x="85" y="221"/>
                    </a:lnTo>
                    <a:lnTo>
                      <a:pt x="62" y="212"/>
                    </a:lnTo>
                    <a:lnTo>
                      <a:pt x="41" y="199"/>
                    </a:lnTo>
                    <a:lnTo>
                      <a:pt x="23" y="182"/>
                    </a:lnTo>
                    <a:lnTo>
                      <a:pt x="10" y="161"/>
                    </a:lnTo>
                    <a:lnTo>
                      <a:pt x="2" y="137"/>
                    </a:lnTo>
                    <a:lnTo>
                      <a:pt x="0" y="111"/>
                    </a:lnTo>
                    <a:lnTo>
                      <a:pt x="2" y="86"/>
                    </a:lnTo>
                    <a:lnTo>
                      <a:pt x="10" y="63"/>
                    </a:lnTo>
                    <a:lnTo>
                      <a:pt x="23" y="42"/>
                    </a:lnTo>
                    <a:lnTo>
                      <a:pt x="41" y="25"/>
                    </a:lnTo>
                    <a:lnTo>
                      <a:pt x="62" y="12"/>
                    </a:lnTo>
                    <a:lnTo>
                      <a:pt x="85" y="3"/>
                    </a:lnTo>
                    <a:lnTo>
                      <a:pt x="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4" name="Rectangle 103">
                <a:extLst>
                  <a:ext uri="{FF2B5EF4-FFF2-40B4-BE49-F238E27FC236}">
                    <a16:creationId xmlns:a16="http://schemas.microsoft.com/office/drawing/2014/main" id="{17DE1B34-F647-53A2-0456-E093724A2B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38104" y="321887"/>
                <a:ext cx="68310" cy="8674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Rectangle 104">
                <a:extLst>
                  <a:ext uri="{FF2B5EF4-FFF2-40B4-BE49-F238E27FC236}">
                    <a16:creationId xmlns:a16="http://schemas.microsoft.com/office/drawing/2014/main" id="{B8798719-0006-835E-7F0B-36FD388074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38104" y="434653"/>
                <a:ext cx="68310" cy="2602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2699F926-A156-621F-BB69-FA2306672AFC}"/>
              </a:ext>
            </a:extLst>
          </p:cNvPr>
          <p:cNvSpPr/>
          <p:nvPr/>
        </p:nvSpPr>
        <p:spPr>
          <a:xfrm>
            <a:off x="3382730" y="2211184"/>
            <a:ext cx="165873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660A2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Education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24D4FBA9-8BB3-1B3B-0382-8DE76D8F90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32129" y="1360102"/>
            <a:ext cx="1459441" cy="41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096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2515</TotalTime>
  <Words>398</Words>
  <Application>Microsoft Office PowerPoint</Application>
  <PresentationFormat>Grand écran</PresentationFormat>
  <Paragraphs>51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costumer 64</dc:creator>
  <cp:lastModifiedBy>Faouz NAKAMBONI</cp:lastModifiedBy>
  <cp:revision>83</cp:revision>
  <dcterms:created xsi:type="dcterms:W3CDTF">2022-10-06T13:16:20Z</dcterms:created>
  <dcterms:modified xsi:type="dcterms:W3CDTF">2024-02-20T16:51:51Z</dcterms:modified>
</cp:coreProperties>
</file>